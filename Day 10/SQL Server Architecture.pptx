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77" d="100"/>
          <a:sy n="77" d="100"/>
        </p:scale>
        <p:origin x="679" y="2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9F3568-6A5D-4659-95ED-C3E413D858C0}"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1E9E198-CC53-4409-BBE0-BABAF04ACBE4}">
      <dgm:prSet/>
      <dgm:spPr/>
      <dgm:t>
        <a:bodyPr/>
        <a:lstStyle/>
        <a:p>
          <a:pPr>
            <a:defRPr b="1"/>
          </a:pPr>
          <a:r>
            <a:rPr lang="en-US"/>
            <a:t>This layer handles client-server communication. It receives requests from clients and sends back results. </a:t>
          </a:r>
        </a:p>
      </dgm:t>
    </dgm:pt>
    <dgm:pt modelId="{E562F158-EC42-4BF5-A3AE-4D10A82776F1}" type="parTrans" cxnId="{763C890A-6FF2-41DC-AC03-A7E49B2957A7}">
      <dgm:prSet/>
      <dgm:spPr/>
      <dgm:t>
        <a:bodyPr/>
        <a:lstStyle/>
        <a:p>
          <a:endParaRPr lang="en-US"/>
        </a:p>
      </dgm:t>
    </dgm:pt>
    <dgm:pt modelId="{29E42203-C18B-46E1-937C-DA77622D797B}" type="sibTrans" cxnId="{763C890A-6FF2-41DC-AC03-A7E49B2957A7}">
      <dgm:prSet/>
      <dgm:spPr/>
      <dgm:t>
        <a:bodyPr/>
        <a:lstStyle/>
        <a:p>
          <a:endParaRPr lang="en-US"/>
        </a:p>
      </dgm:t>
    </dgm:pt>
    <dgm:pt modelId="{A4FC8430-B018-4EA8-8E26-577D505F39A1}">
      <dgm:prSet/>
      <dgm:spPr/>
      <dgm:t>
        <a:bodyPr/>
        <a:lstStyle/>
        <a:p>
          <a:pPr>
            <a:defRPr b="1"/>
          </a:pPr>
          <a:r>
            <a:rPr lang="en-US"/>
            <a:t>Common protocols include </a:t>
          </a:r>
        </a:p>
      </dgm:t>
    </dgm:pt>
    <dgm:pt modelId="{F2BD08A7-CE58-4F75-B66E-F42D81D68556}" type="parTrans" cxnId="{F349F79E-F57B-4542-8EC3-79C0DBCC1476}">
      <dgm:prSet/>
      <dgm:spPr/>
      <dgm:t>
        <a:bodyPr/>
        <a:lstStyle/>
        <a:p>
          <a:endParaRPr lang="en-US"/>
        </a:p>
      </dgm:t>
    </dgm:pt>
    <dgm:pt modelId="{26DCEA58-FC1F-49D6-8255-A3E477EEC547}" type="sibTrans" cxnId="{F349F79E-F57B-4542-8EC3-79C0DBCC1476}">
      <dgm:prSet/>
      <dgm:spPr/>
      <dgm:t>
        <a:bodyPr/>
        <a:lstStyle/>
        <a:p>
          <a:endParaRPr lang="en-US"/>
        </a:p>
      </dgm:t>
    </dgm:pt>
    <dgm:pt modelId="{F5915EED-74D7-4FB1-9E4E-E523C2D01EB1}">
      <dgm:prSet/>
      <dgm:spPr/>
      <dgm:t>
        <a:bodyPr/>
        <a:lstStyle/>
        <a:p>
          <a:r>
            <a:rPr lang="en-US"/>
            <a:t>Shared Memory</a:t>
          </a:r>
        </a:p>
      </dgm:t>
    </dgm:pt>
    <dgm:pt modelId="{E51EFE89-B0BE-43DE-9052-03C35AE42FFC}" type="parTrans" cxnId="{31DBA2D5-0DBD-4BDF-95E3-9299654E2131}">
      <dgm:prSet/>
      <dgm:spPr/>
      <dgm:t>
        <a:bodyPr/>
        <a:lstStyle/>
        <a:p>
          <a:endParaRPr lang="en-US"/>
        </a:p>
      </dgm:t>
    </dgm:pt>
    <dgm:pt modelId="{BA33C1B6-33E6-42B2-8688-58F6B956ADB2}" type="sibTrans" cxnId="{31DBA2D5-0DBD-4BDF-95E3-9299654E2131}">
      <dgm:prSet/>
      <dgm:spPr/>
      <dgm:t>
        <a:bodyPr/>
        <a:lstStyle/>
        <a:p>
          <a:endParaRPr lang="en-US"/>
        </a:p>
      </dgm:t>
    </dgm:pt>
    <dgm:pt modelId="{48792503-0538-456A-B2A2-1BF06B0EC0D9}">
      <dgm:prSet/>
      <dgm:spPr/>
      <dgm:t>
        <a:bodyPr/>
        <a:lstStyle/>
        <a:p>
          <a:r>
            <a:rPr lang="en-US"/>
            <a:t>TCP/IP</a:t>
          </a:r>
        </a:p>
      </dgm:t>
    </dgm:pt>
    <dgm:pt modelId="{4B986AFC-D86E-4D27-903D-75C6F203AD7D}" type="parTrans" cxnId="{059BF258-1920-46B6-A85C-DB43C5D86EAD}">
      <dgm:prSet/>
      <dgm:spPr/>
      <dgm:t>
        <a:bodyPr/>
        <a:lstStyle/>
        <a:p>
          <a:endParaRPr lang="en-US"/>
        </a:p>
      </dgm:t>
    </dgm:pt>
    <dgm:pt modelId="{234190C9-8A96-405A-A9FD-67C94AB4BFD3}" type="sibTrans" cxnId="{059BF258-1920-46B6-A85C-DB43C5D86EAD}">
      <dgm:prSet/>
      <dgm:spPr/>
      <dgm:t>
        <a:bodyPr/>
        <a:lstStyle/>
        <a:p>
          <a:endParaRPr lang="en-US"/>
        </a:p>
      </dgm:t>
    </dgm:pt>
    <dgm:pt modelId="{CCEF6057-915D-4659-9084-F62B995CE7D2}">
      <dgm:prSet/>
      <dgm:spPr/>
      <dgm:t>
        <a:bodyPr/>
        <a:lstStyle/>
        <a:p>
          <a:r>
            <a:rPr lang="en-US"/>
            <a:t>Named Pipes.</a:t>
          </a:r>
        </a:p>
      </dgm:t>
    </dgm:pt>
    <dgm:pt modelId="{3774D78B-6CE4-4858-977C-5F9D5B2F22AC}" type="parTrans" cxnId="{A7708609-AE0D-412A-A5BB-A24DA5C52286}">
      <dgm:prSet/>
      <dgm:spPr/>
      <dgm:t>
        <a:bodyPr/>
        <a:lstStyle/>
        <a:p>
          <a:endParaRPr lang="en-US"/>
        </a:p>
      </dgm:t>
    </dgm:pt>
    <dgm:pt modelId="{C03E8938-D6C9-43C8-897A-781B4AFB9BED}" type="sibTrans" cxnId="{A7708609-AE0D-412A-A5BB-A24DA5C52286}">
      <dgm:prSet/>
      <dgm:spPr/>
      <dgm:t>
        <a:bodyPr/>
        <a:lstStyle/>
        <a:p>
          <a:endParaRPr lang="en-US"/>
        </a:p>
      </dgm:t>
    </dgm:pt>
    <dgm:pt modelId="{E7177586-D2F5-4EC4-BE99-AE7AD0C89AFE}" type="pres">
      <dgm:prSet presAssocID="{0F9F3568-6A5D-4659-95ED-C3E413D858C0}" presName="root" presStyleCnt="0">
        <dgm:presLayoutVars>
          <dgm:dir/>
          <dgm:resizeHandles val="exact"/>
        </dgm:presLayoutVars>
      </dgm:prSet>
      <dgm:spPr/>
    </dgm:pt>
    <dgm:pt modelId="{65485D2A-107D-4113-B5B6-C1B4EC176793}" type="pres">
      <dgm:prSet presAssocID="{01E9E198-CC53-4409-BBE0-BABAF04ACBE4}" presName="compNode" presStyleCnt="0"/>
      <dgm:spPr/>
    </dgm:pt>
    <dgm:pt modelId="{AC7B059A-B6AA-4B48-8292-FDAE202578CF}" type="pres">
      <dgm:prSet presAssocID="{01E9E198-CC53-4409-BBE0-BABAF04ACBE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2D81C8FE-7070-450D-AF34-AA486A0D0AAF}" type="pres">
      <dgm:prSet presAssocID="{01E9E198-CC53-4409-BBE0-BABAF04ACBE4}" presName="iconSpace" presStyleCnt="0"/>
      <dgm:spPr/>
    </dgm:pt>
    <dgm:pt modelId="{5B680C94-1711-40B9-AF55-A0C9DA7EDAE7}" type="pres">
      <dgm:prSet presAssocID="{01E9E198-CC53-4409-BBE0-BABAF04ACBE4}" presName="parTx" presStyleLbl="revTx" presStyleIdx="0" presStyleCnt="4">
        <dgm:presLayoutVars>
          <dgm:chMax val="0"/>
          <dgm:chPref val="0"/>
        </dgm:presLayoutVars>
      </dgm:prSet>
      <dgm:spPr/>
    </dgm:pt>
    <dgm:pt modelId="{AFA0C9A7-8D2E-43AF-B44B-39B42895799F}" type="pres">
      <dgm:prSet presAssocID="{01E9E198-CC53-4409-BBE0-BABAF04ACBE4}" presName="txSpace" presStyleCnt="0"/>
      <dgm:spPr/>
    </dgm:pt>
    <dgm:pt modelId="{EB11B836-F2C8-4699-8DD2-915DF3030578}" type="pres">
      <dgm:prSet presAssocID="{01E9E198-CC53-4409-BBE0-BABAF04ACBE4}" presName="desTx" presStyleLbl="revTx" presStyleIdx="1" presStyleCnt="4">
        <dgm:presLayoutVars/>
      </dgm:prSet>
      <dgm:spPr/>
    </dgm:pt>
    <dgm:pt modelId="{8C3D20D9-D1C1-447C-BEAB-FC5BA7B92173}" type="pres">
      <dgm:prSet presAssocID="{29E42203-C18B-46E1-937C-DA77622D797B}" presName="sibTrans" presStyleCnt="0"/>
      <dgm:spPr/>
    </dgm:pt>
    <dgm:pt modelId="{B2E79B7C-CE43-44F2-B192-3FA79F96D2B0}" type="pres">
      <dgm:prSet presAssocID="{A4FC8430-B018-4EA8-8E26-577D505F39A1}" presName="compNode" presStyleCnt="0"/>
      <dgm:spPr/>
    </dgm:pt>
    <dgm:pt modelId="{15DCB95B-0E08-48D8-8E06-049F5BF515A1}" type="pres">
      <dgm:prSet presAssocID="{A4FC8430-B018-4EA8-8E26-577D505F39A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4336B9D4-30B6-40D5-977F-A6C49F25D639}" type="pres">
      <dgm:prSet presAssocID="{A4FC8430-B018-4EA8-8E26-577D505F39A1}" presName="iconSpace" presStyleCnt="0"/>
      <dgm:spPr/>
    </dgm:pt>
    <dgm:pt modelId="{F8CC4699-3740-4C8C-A561-5B5515D95646}" type="pres">
      <dgm:prSet presAssocID="{A4FC8430-B018-4EA8-8E26-577D505F39A1}" presName="parTx" presStyleLbl="revTx" presStyleIdx="2" presStyleCnt="4">
        <dgm:presLayoutVars>
          <dgm:chMax val="0"/>
          <dgm:chPref val="0"/>
        </dgm:presLayoutVars>
      </dgm:prSet>
      <dgm:spPr/>
    </dgm:pt>
    <dgm:pt modelId="{400DD77E-41C6-4D66-AC70-8B9A66A1CA1C}" type="pres">
      <dgm:prSet presAssocID="{A4FC8430-B018-4EA8-8E26-577D505F39A1}" presName="txSpace" presStyleCnt="0"/>
      <dgm:spPr/>
    </dgm:pt>
    <dgm:pt modelId="{618A2360-5243-460B-B641-2B3D984C097C}" type="pres">
      <dgm:prSet presAssocID="{A4FC8430-B018-4EA8-8E26-577D505F39A1}" presName="desTx" presStyleLbl="revTx" presStyleIdx="3" presStyleCnt="4">
        <dgm:presLayoutVars/>
      </dgm:prSet>
      <dgm:spPr/>
    </dgm:pt>
  </dgm:ptLst>
  <dgm:cxnLst>
    <dgm:cxn modelId="{A7708609-AE0D-412A-A5BB-A24DA5C52286}" srcId="{A4FC8430-B018-4EA8-8E26-577D505F39A1}" destId="{CCEF6057-915D-4659-9084-F62B995CE7D2}" srcOrd="2" destOrd="0" parTransId="{3774D78B-6CE4-4858-977C-5F9D5B2F22AC}" sibTransId="{C03E8938-D6C9-43C8-897A-781B4AFB9BED}"/>
    <dgm:cxn modelId="{763C890A-6FF2-41DC-AC03-A7E49B2957A7}" srcId="{0F9F3568-6A5D-4659-95ED-C3E413D858C0}" destId="{01E9E198-CC53-4409-BBE0-BABAF04ACBE4}" srcOrd="0" destOrd="0" parTransId="{E562F158-EC42-4BF5-A3AE-4D10A82776F1}" sibTransId="{29E42203-C18B-46E1-937C-DA77622D797B}"/>
    <dgm:cxn modelId="{1895AD26-5AE6-4B96-A2F3-229A24182081}" type="presOf" srcId="{A4FC8430-B018-4EA8-8E26-577D505F39A1}" destId="{F8CC4699-3740-4C8C-A561-5B5515D95646}" srcOrd="0" destOrd="0" presId="urn:microsoft.com/office/officeart/2018/5/layout/CenteredIconLabelDescriptionList"/>
    <dgm:cxn modelId="{5604A34B-9EE8-4442-8B63-642E537D9010}" type="presOf" srcId="{48792503-0538-456A-B2A2-1BF06B0EC0D9}" destId="{618A2360-5243-460B-B641-2B3D984C097C}" srcOrd="0" destOrd="1" presId="urn:microsoft.com/office/officeart/2018/5/layout/CenteredIconLabelDescriptionList"/>
    <dgm:cxn modelId="{059BF258-1920-46B6-A85C-DB43C5D86EAD}" srcId="{A4FC8430-B018-4EA8-8E26-577D505F39A1}" destId="{48792503-0538-456A-B2A2-1BF06B0EC0D9}" srcOrd="1" destOrd="0" parTransId="{4B986AFC-D86E-4D27-903D-75C6F203AD7D}" sibTransId="{234190C9-8A96-405A-A9FD-67C94AB4BFD3}"/>
    <dgm:cxn modelId="{7E9FE483-19E2-4A18-A1C0-1BA6A181E06C}" type="presOf" srcId="{0F9F3568-6A5D-4659-95ED-C3E413D858C0}" destId="{E7177586-D2F5-4EC4-BE99-AE7AD0C89AFE}" srcOrd="0" destOrd="0" presId="urn:microsoft.com/office/officeart/2018/5/layout/CenteredIconLabelDescriptionList"/>
    <dgm:cxn modelId="{60E61C96-D8D8-4760-9C92-AEAD3DADB821}" type="presOf" srcId="{CCEF6057-915D-4659-9084-F62B995CE7D2}" destId="{618A2360-5243-460B-B641-2B3D984C097C}" srcOrd="0" destOrd="2" presId="urn:microsoft.com/office/officeart/2018/5/layout/CenteredIconLabelDescriptionList"/>
    <dgm:cxn modelId="{F349F79E-F57B-4542-8EC3-79C0DBCC1476}" srcId="{0F9F3568-6A5D-4659-95ED-C3E413D858C0}" destId="{A4FC8430-B018-4EA8-8E26-577D505F39A1}" srcOrd="1" destOrd="0" parTransId="{F2BD08A7-CE58-4F75-B66E-F42D81D68556}" sibTransId="{26DCEA58-FC1F-49D6-8255-A3E477EEC547}"/>
    <dgm:cxn modelId="{31DBA2D5-0DBD-4BDF-95E3-9299654E2131}" srcId="{A4FC8430-B018-4EA8-8E26-577D505F39A1}" destId="{F5915EED-74D7-4FB1-9E4E-E523C2D01EB1}" srcOrd="0" destOrd="0" parTransId="{E51EFE89-B0BE-43DE-9052-03C35AE42FFC}" sibTransId="{BA33C1B6-33E6-42B2-8688-58F6B956ADB2}"/>
    <dgm:cxn modelId="{85F07DEA-6DC4-4846-8482-C518CE8C7A1C}" type="presOf" srcId="{F5915EED-74D7-4FB1-9E4E-E523C2D01EB1}" destId="{618A2360-5243-460B-B641-2B3D984C097C}" srcOrd="0" destOrd="0" presId="urn:microsoft.com/office/officeart/2018/5/layout/CenteredIconLabelDescriptionList"/>
    <dgm:cxn modelId="{E119B9F7-E5E0-4B1D-B04A-EC194DF934A9}" type="presOf" srcId="{01E9E198-CC53-4409-BBE0-BABAF04ACBE4}" destId="{5B680C94-1711-40B9-AF55-A0C9DA7EDAE7}" srcOrd="0" destOrd="0" presId="urn:microsoft.com/office/officeart/2018/5/layout/CenteredIconLabelDescriptionList"/>
    <dgm:cxn modelId="{F876AB49-CDFC-47E1-AA0C-05738733CACB}" type="presParOf" srcId="{E7177586-D2F5-4EC4-BE99-AE7AD0C89AFE}" destId="{65485D2A-107D-4113-B5B6-C1B4EC176793}" srcOrd="0" destOrd="0" presId="urn:microsoft.com/office/officeart/2018/5/layout/CenteredIconLabelDescriptionList"/>
    <dgm:cxn modelId="{2D71DF97-2E44-467D-B5CD-772370A81276}" type="presParOf" srcId="{65485D2A-107D-4113-B5B6-C1B4EC176793}" destId="{AC7B059A-B6AA-4B48-8292-FDAE202578CF}" srcOrd="0" destOrd="0" presId="urn:microsoft.com/office/officeart/2018/5/layout/CenteredIconLabelDescriptionList"/>
    <dgm:cxn modelId="{0584B116-D6D7-4564-B0F0-9BEBB6EE3D8C}" type="presParOf" srcId="{65485D2A-107D-4113-B5B6-C1B4EC176793}" destId="{2D81C8FE-7070-450D-AF34-AA486A0D0AAF}" srcOrd="1" destOrd="0" presId="urn:microsoft.com/office/officeart/2018/5/layout/CenteredIconLabelDescriptionList"/>
    <dgm:cxn modelId="{8F6B848F-9C98-4F11-BFB1-1A17EF0FBD0B}" type="presParOf" srcId="{65485D2A-107D-4113-B5B6-C1B4EC176793}" destId="{5B680C94-1711-40B9-AF55-A0C9DA7EDAE7}" srcOrd="2" destOrd="0" presId="urn:microsoft.com/office/officeart/2018/5/layout/CenteredIconLabelDescriptionList"/>
    <dgm:cxn modelId="{AF0E92FE-3AE6-480B-9D65-CF50ACD95DF8}" type="presParOf" srcId="{65485D2A-107D-4113-B5B6-C1B4EC176793}" destId="{AFA0C9A7-8D2E-43AF-B44B-39B42895799F}" srcOrd="3" destOrd="0" presId="urn:microsoft.com/office/officeart/2018/5/layout/CenteredIconLabelDescriptionList"/>
    <dgm:cxn modelId="{6453D72E-45ED-4FE9-940A-ADE134992D83}" type="presParOf" srcId="{65485D2A-107D-4113-B5B6-C1B4EC176793}" destId="{EB11B836-F2C8-4699-8DD2-915DF3030578}" srcOrd="4" destOrd="0" presId="urn:microsoft.com/office/officeart/2018/5/layout/CenteredIconLabelDescriptionList"/>
    <dgm:cxn modelId="{7473A613-3DF0-4505-AD57-78C0327ACE6D}" type="presParOf" srcId="{E7177586-D2F5-4EC4-BE99-AE7AD0C89AFE}" destId="{8C3D20D9-D1C1-447C-BEAB-FC5BA7B92173}" srcOrd="1" destOrd="0" presId="urn:microsoft.com/office/officeart/2018/5/layout/CenteredIconLabelDescriptionList"/>
    <dgm:cxn modelId="{6172C685-C821-40E1-AD2A-0DB3C1B0450D}" type="presParOf" srcId="{E7177586-D2F5-4EC4-BE99-AE7AD0C89AFE}" destId="{B2E79B7C-CE43-44F2-B192-3FA79F96D2B0}" srcOrd="2" destOrd="0" presId="urn:microsoft.com/office/officeart/2018/5/layout/CenteredIconLabelDescriptionList"/>
    <dgm:cxn modelId="{D2D03628-F0FC-486B-949D-C847D934F51B}" type="presParOf" srcId="{B2E79B7C-CE43-44F2-B192-3FA79F96D2B0}" destId="{15DCB95B-0E08-48D8-8E06-049F5BF515A1}" srcOrd="0" destOrd="0" presId="urn:microsoft.com/office/officeart/2018/5/layout/CenteredIconLabelDescriptionList"/>
    <dgm:cxn modelId="{0386D999-49DE-4356-BE65-C9AF1162B0C0}" type="presParOf" srcId="{B2E79B7C-CE43-44F2-B192-3FA79F96D2B0}" destId="{4336B9D4-30B6-40D5-977F-A6C49F25D639}" srcOrd="1" destOrd="0" presId="urn:microsoft.com/office/officeart/2018/5/layout/CenteredIconLabelDescriptionList"/>
    <dgm:cxn modelId="{AB338453-E687-47FE-96E9-FB03F19F4356}" type="presParOf" srcId="{B2E79B7C-CE43-44F2-B192-3FA79F96D2B0}" destId="{F8CC4699-3740-4C8C-A561-5B5515D95646}" srcOrd="2" destOrd="0" presId="urn:microsoft.com/office/officeart/2018/5/layout/CenteredIconLabelDescriptionList"/>
    <dgm:cxn modelId="{390719DA-24CE-43BC-9518-4604085E5C5D}" type="presParOf" srcId="{B2E79B7C-CE43-44F2-B192-3FA79F96D2B0}" destId="{400DD77E-41C6-4D66-AC70-8B9A66A1CA1C}" srcOrd="3" destOrd="0" presId="urn:microsoft.com/office/officeart/2018/5/layout/CenteredIconLabelDescriptionList"/>
    <dgm:cxn modelId="{496848EE-7124-41E4-B940-13EC2EDE6CCA}" type="presParOf" srcId="{B2E79B7C-CE43-44F2-B192-3FA79F96D2B0}" destId="{618A2360-5243-460B-B641-2B3D984C097C}"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648545-CAB1-45D3-8467-269531076130}" type="doc">
      <dgm:prSet loTypeId="urn:microsoft.com/office/officeart/2005/8/layout/cycle8" loCatId="cycle" qsTypeId="urn:microsoft.com/office/officeart/2005/8/quickstyle/simple1" qsCatId="simple" csTypeId="urn:microsoft.com/office/officeart/2005/8/colors/accent1_2" csCatId="accent1" phldr="1"/>
      <dgm:spPr/>
      <dgm:t>
        <a:bodyPr/>
        <a:lstStyle/>
        <a:p>
          <a:endParaRPr lang="en-US"/>
        </a:p>
      </dgm:t>
    </dgm:pt>
    <dgm:pt modelId="{A3800B60-7C84-4A1B-B64A-E78BFFECD3F5}">
      <dgm:prSet/>
      <dgm:spPr/>
      <dgm:t>
        <a:bodyPr/>
        <a:lstStyle/>
        <a:p>
          <a:r>
            <a:rPr lang="en-US" dirty="0"/>
            <a:t>Memory Health (Buffer Cache, Page Life Expectancy)</a:t>
          </a:r>
        </a:p>
      </dgm:t>
    </dgm:pt>
    <dgm:pt modelId="{1187FCF7-D53D-4AFB-AB59-FDED0AA5C9D6}" type="parTrans" cxnId="{46EE4206-6DD1-4561-AF1B-FF4765F7D105}">
      <dgm:prSet/>
      <dgm:spPr/>
      <dgm:t>
        <a:bodyPr/>
        <a:lstStyle/>
        <a:p>
          <a:endParaRPr lang="en-US"/>
        </a:p>
      </dgm:t>
    </dgm:pt>
    <dgm:pt modelId="{3FB94413-ADB1-44F3-96BB-BF0D7CFBE00F}" type="sibTrans" cxnId="{46EE4206-6DD1-4561-AF1B-FF4765F7D105}">
      <dgm:prSet/>
      <dgm:spPr/>
      <dgm:t>
        <a:bodyPr/>
        <a:lstStyle/>
        <a:p>
          <a:endParaRPr lang="en-US"/>
        </a:p>
      </dgm:t>
    </dgm:pt>
    <dgm:pt modelId="{CC8CB348-8480-4ADA-B1B1-C8F338474CA8}">
      <dgm:prSet/>
      <dgm:spPr/>
      <dgm:t>
        <a:bodyPr/>
        <a:lstStyle/>
        <a:p>
          <a:r>
            <a:rPr lang="en-US" dirty="0"/>
            <a:t>I/O Health (Latency, Throughput)</a:t>
          </a:r>
        </a:p>
      </dgm:t>
    </dgm:pt>
    <dgm:pt modelId="{4EE4ED25-9772-4F39-A7E0-FC80A608BB64}" type="parTrans" cxnId="{2431530F-4907-4552-8851-7635C3C46FC5}">
      <dgm:prSet/>
      <dgm:spPr/>
      <dgm:t>
        <a:bodyPr/>
        <a:lstStyle/>
        <a:p>
          <a:endParaRPr lang="en-US"/>
        </a:p>
      </dgm:t>
    </dgm:pt>
    <dgm:pt modelId="{5FDE9880-FF63-4320-BA14-B930877006FF}" type="sibTrans" cxnId="{2431530F-4907-4552-8851-7635C3C46FC5}">
      <dgm:prSet/>
      <dgm:spPr/>
      <dgm:t>
        <a:bodyPr/>
        <a:lstStyle/>
        <a:p>
          <a:endParaRPr lang="en-US"/>
        </a:p>
      </dgm:t>
    </dgm:pt>
    <dgm:pt modelId="{B0CC73B2-6914-45FA-B931-9F65EAA9C391}">
      <dgm:prSet/>
      <dgm:spPr/>
      <dgm:t>
        <a:bodyPr/>
        <a:lstStyle/>
        <a:p>
          <a:r>
            <a:rPr lang="en-US"/>
            <a:t>CPU Health (Signal Waits)</a:t>
          </a:r>
        </a:p>
      </dgm:t>
    </dgm:pt>
    <dgm:pt modelId="{D2E665D9-245E-455E-9AF2-D886D266609D}" type="parTrans" cxnId="{CEC72A7A-15F3-430B-8F0E-71E56462A1F4}">
      <dgm:prSet/>
      <dgm:spPr/>
      <dgm:t>
        <a:bodyPr/>
        <a:lstStyle/>
        <a:p>
          <a:endParaRPr lang="en-US"/>
        </a:p>
      </dgm:t>
    </dgm:pt>
    <dgm:pt modelId="{A8A0B4AD-38C5-48AD-A223-99B50B6306FF}" type="sibTrans" cxnId="{CEC72A7A-15F3-430B-8F0E-71E56462A1F4}">
      <dgm:prSet/>
      <dgm:spPr/>
      <dgm:t>
        <a:bodyPr/>
        <a:lstStyle/>
        <a:p>
          <a:endParaRPr lang="en-US"/>
        </a:p>
      </dgm:t>
    </dgm:pt>
    <dgm:pt modelId="{1CFEED25-A15A-4CC7-8477-D177E6350665}">
      <dgm:prSet/>
      <dgm:spPr/>
      <dgm:t>
        <a:bodyPr/>
        <a:lstStyle/>
        <a:p>
          <a:r>
            <a:rPr lang="en-US"/>
            <a:t>Index Fragmentation &amp; Stats</a:t>
          </a:r>
        </a:p>
      </dgm:t>
    </dgm:pt>
    <dgm:pt modelId="{E898C9B1-214C-42E2-8E88-FB52131517B2}" type="parTrans" cxnId="{6D2D55D2-9CAB-4251-9D6C-4EDE983B0936}">
      <dgm:prSet/>
      <dgm:spPr/>
      <dgm:t>
        <a:bodyPr/>
        <a:lstStyle/>
        <a:p>
          <a:endParaRPr lang="en-US"/>
        </a:p>
      </dgm:t>
    </dgm:pt>
    <dgm:pt modelId="{CB999C9B-6B4C-4DC7-A239-D9C8CBB93A6B}" type="sibTrans" cxnId="{6D2D55D2-9CAB-4251-9D6C-4EDE983B0936}">
      <dgm:prSet/>
      <dgm:spPr/>
      <dgm:t>
        <a:bodyPr/>
        <a:lstStyle/>
        <a:p>
          <a:endParaRPr lang="en-US"/>
        </a:p>
      </dgm:t>
    </dgm:pt>
    <dgm:pt modelId="{AEF33635-922C-4E93-9907-D9FB6B24B137}">
      <dgm:prSet/>
      <dgm:spPr/>
      <dgm:t>
        <a:bodyPr/>
        <a:lstStyle/>
        <a:p>
          <a:r>
            <a:rPr lang="en-US" dirty="0"/>
            <a:t>Backup &amp; HA/DR readiness</a:t>
          </a:r>
        </a:p>
      </dgm:t>
    </dgm:pt>
    <dgm:pt modelId="{7F148B3D-E73E-463C-9BC2-76E49F483E00}" type="parTrans" cxnId="{159B6B9C-AFC9-459E-BE1C-A1BFFF85FFD7}">
      <dgm:prSet/>
      <dgm:spPr/>
      <dgm:t>
        <a:bodyPr/>
        <a:lstStyle/>
        <a:p>
          <a:endParaRPr lang="en-US"/>
        </a:p>
      </dgm:t>
    </dgm:pt>
    <dgm:pt modelId="{2F78FA1D-9457-4E42-8072-C8E7D179F93B}" type="sibTrans" cxnId="{159B6B9C-AFC9-459E-BE1C-A1BFFF85FFD7}">
      <dgm:prSet/>
      <dgm:spPr/>
      <dgm:t>
        <a:bodyPr/>
        <a:lstStyle/>
        <a:p>
          <a:endParaRPr lang="en-US"/>
        </a:p>
      </dgm:t>
    </dgm:pt>
    <dgm:pt modelId="{BCF1B028-F8AE-4CE8-9696-119946B8FCD6}" type="pres">
      <dgm:prSet presAssocID="{A4648545-CAB1-45D3-8467-269531076130}" presName="compositeShape" presStyleCnt="0">
        <dgm:presLayoutVars>
          <dgm:chMax val="7"/>
          <dgm:dir/>
          <dgm:resizeHandles val="exact"/>
        </dgm:presLayoutVars>
      </dgm:prSet>
      <dgm:spPr/>
    </dgm:pt>
    <dgm:pt modelId="{5B1513FA-1D63-4E94-A4B3-7BE71C46F169}" type="pres">
      <dgm:prSet presAssocID="{A4648545-CAB1-45D3-8467-269531076130}" presName="wedge1" presStyleLbl="node1" presStyleIdx="0" presStyleCnt="5" custScaleX="151364" custScaleY="131279"/>
      <dgm:spPr/>
    </dgm:pt>
    <dgm:pt modelId="{FA60B182-DAD1-41B8-9B04-594E1EBF0F41}" type="pres">
      <dgm:prSet presAssocID="{A4648545-CAB1-45D3-8467-269531076130}" presName="dummy1a" presStyleCnt="0"/>
      <dgm:spPr/>
    </dgm:pt>
    <dgm:pt modelId="{DD629CB2-8291-4232-A643-CFBA5F34A84D}" type="pres">
      <dgm:prSet presAssocID="{A4648545-CAB1-45D3-8467-269531076130}" presName="dummy1b" presStyleCnt="0"/>
      <dgm:spPr/>
    </dgm:pt>
    <dgm:pt modelId="{F135D1A3-BCE3-4BB8-AAA6-306038055CAE}" type="pres">
      <dgm:prSet presAssocID="{A4648545-CAB1-45D3-8467-269531076130}" presName="wedge1Tx" presStyleLbl="node1" presStyleIdx="0" presStyleCnt="5">
        <dgm:presLayoutVars>
          <dgm:chMax val="0"/>
          <dgm:chPref val="0"/>
          <dgm:bulletEnabled val="1"/>
        </dgm:presLayoutVars>
      </dgm:prSet>
      <dgm:spPr/>
    </dgm:pt>
    <dgm:pt modelId="{146B6075-2847-46CC-9A26-C512827BC448}" type="pres">
      <dgm:prSet presAssocID="{A4648545-CAB1-45D3-8467-269531076130}" presName="wedge2" presStyleLbl="node1" presStyleIdx="1" presStyleCnt="5" custScaleX="134830" custScaleY="122647"/>
      <dgm:spPr/>
    </dgm:pt>
    <dgm:pt modelId="{527EEEB2-9921-4EFA-BE1F-9B86A44D2126}" type="pres">
      <dgm:prSet presAssocID="{A4648545-CAB1-45D3-8467-269531076130}" presName="dummy2a" presStyleCnt="0"/>
      <dgm:spPr/>
    </dgm:pt>
    <dgm:pt modelId="{84A66D2A-3989-485A-902B-39DA9C168889}" type="pres">
      <dgm:prSet presAssocID="{A4648545-CAB1-45D3-8467-269531076130}" presName="dummy2b" presStyleCnt="0"/>
      <dgm:spPr/>
    </dgm:pt>
    <dgm:pt modelId="{6BC07360-B78E-4BDD-BBCD-86D257CAC9B6}" type="pres">
      <dgm:prSet presAssocID="{A4648545-CAB1-45D3-8467-269531076130}" presName="wedge2Tx" presStyleLbl="node1" presStyleIdx="1" presStyleCnt="5">
        <dgm:presLayoutVars>
          <dgm:chMax val="0"/>
          <dgm:chPref val="0"/>
          <dgm:bulletEnabled val="1"/>
        </dgm:presLayoutVars>
      </dgm:prSet>
      <dgm:spPr/>
    </dgm:pt>
    <dgm:pt modelId="{37CAD9F3-CBF9-4445-B887-B41C8E552E13}" type="pres">
      <dgm:prSet presAssocID="{A4648545-CAB1-45D3-8467-269531076130}" presName="wedge3" presStyleLbl="node1" presStyleIdx="2" presStyleCnt="5" custScaleX="151364" custScaleY="131279"/>
      <dgm:spPr/>
    </dgm:pt>
    <dgm:pt modelId="{62AA380B-92B6-42BB-A733-8F8045D26036}" type="pres">
      <dgm:prSet presAssocID="{A4648545-CAB1-45D3-8467-269531076130}" presName="dummy3a" presStyleCnt="0"/>
      <dgm:spPr/>
    </dgm:pt>
    <dgm:pt modelId="{2BCE5111-FC9C-440B-8BBE-98153C5D6D68}" type="pres">
      <dgm:prSet presAssocID="{A4648545-CAB1-45D3-8467-269531076130}" presName="dummy3b" presStyleCnt="0"/>
      <dgm:spPr/>
    </dgm:pt>
    <dgm:pt modelId="{80324756-E74F-41C2-A568-EDE0E3E86882}" type="pres">
      <dgm:prSet presAssocID="{A4648545-CAB1-45D3-8467-269531076130}" presName="wedge3Tx" presStyleLbl="node1" presStyleIdx="2" presStyleCnt="5">
        <dgm:presLayoutVars>
          <dgm:chMax val="0"/>
          <dgm:chPref val="0"/>
          <dgm:bulletEnabled val="1"/>
        </dgm:presLayoutVars>
      </dgm:prSet>
      <dgm:spPr/>
    </dgm:pt>
    <dgm:pt modelId="{8CE37BDF-91D8-4E32-9F49-D277B4A08AA8}" type="pres">
      <dgm:prSet presAssocID="{A4648545-CAB1-45D3-8467-269531076130}" presName="wedge4" presStyleLbl="node1" presStyleIdx="3" presStyleCnt="5" custScaleX="151364" custScaleY="131279"/>
      <dgm:spPr/>
    </dgm:pt>
    <dgm:pt modelId="{A2447940-60E2-462F-8696-B82BF2458355}" type="pres">
      <dgm:prSet presAssocID="{A4648545-CAB1-45D3-8467-269531076130}" presName="dummy4a" presStyleCnt="0"/>
      <dgm:spPr/>
    </dgm:pt>
    <dgm:pt modelId="{F1464071-099F-4DDE-95B4-104930E46D69}" type="pres">
      <dgm:prSet presAssocID="{A4648545-CAB1-45D3-8467-269531076130}" presName="dummy4b" presStyleCnt="0"/>
      <dgm:spPr/>
    </dgm:pt>
    <dgm:pt modelId="{400C1792-F00D-47C0-B499-5CEBD65140E4}" type="pres">
      <dgm:prSet presAssocID="{A4648545-CAB1-45D3-8467-269531076130}" presName="wedge4Tx" presStyleLbl="node1" presStyleIdx="3" presStyleCnt="5">
        <dgm:presLayoutVars>
          <dgm:chMax val="0"/>
          <dgm:chPref val="0"/>
          <dgm:bulletEnabled val="1"/>
        </dgm:presLayoutVars>
      </dgm:prSet>
      <dgm:spPr/>
    </dgm:pt>
    <dgm:pt modelId="{196ABAEA-366D-4E1E-9558-C7726E8B3F2D}" type="pres">
      <dgm:prSet presAssocID="{A4648545-CAB1-45D3-8467-269531076130}" presName="wedge5" presStyleLbl="node1" presStyleIdx="4" presStyleCnt="5" custScaleX="151364" custScaleY="131279"/>
      <dgm:spPr/>
    </dgm:pt>
    <dgm:pt modelId="{342970DE-890B-47D3-9C23-2113316FB63F}" type="pres">
      <dgm:prSet presAssocID="{A4648545-CAB1-45D3-8467-269531076130}" presName="dummy5a" presStyleCnt="0"/>
      <dgm:spPr/>
    </dgm:pt>
    <dgm:pt modelId="{224E9EF9-8FA6-457B-991E-5E7B59223D01}" type="pres">
      <dgm:prSet presAssocID="{A4648545-CAB1-45D3-8467-269531076130}" presName="dummy5b" presStyleCnt="0"/>
      <dgm:spPr/>
    </dgm:pt>
    <dgm:pt modelId="{37331EFB-4DC8-42A7-A31C-1BFE5232F6C3}" type="pres">
      <dgm:prSet presAssocID="{A4648545-CAB1-45D3-8467-269531076130}" presName="wedge5Tx" presStyleLbl="node1" presStyleIdx="4" presStyleCnt="5">
        <dgm:presLayoutVars>
          <dgm:chMax val="0"/>
          <dgm:chPref val="0"/>
          <dgm:bulletEnabled val="1"/>
        </dgm:presLayoutVars>
      </dgm:prSet>
      <dgm:spPr/>
    </dgm:pt>
    <dgm:pt modelId="{6F1BA04E-D7B7-4A55-B88B-C5D09B414478}" type="pres">
      <dgm:prSet presAssocID="{3FB94413-ADB1-44F3-96BB-BF0D7CFBE00F}" presName="arrowWedge1" presStyleLbl="fgSibTrans2D1" presStyleIdx="0" presStyleCnt="5" custScaleX="151364" custScaleY="131279"/>
      <dgm:spPr/>
    </dgm:pt>
    <dgm:pt modelId="{C7CE2D9B-7099-41C1-9E09-D50C69C6CA9B}" type="pres">
      <dgm:prSet presAssocID="{5FDE9880-FF63-4320-BA14-B930877006FF}" presName="arrowWedge2" presStyleLbl="fgSibTrans2D1" presStyleIdx="1" presStyleCnt="5" custScaleX="151364" custScaleY="131279"/>
      <dgm:spPr/>
    </dgm:pt>
    <dgm:pt modelId="{CD054D63-7FD1-4018-A90D-0EE4FD328121}" type="pres">
      <dgm:prSet presAssocID="{A8A0B4AD-38C5-48AD-A223-99B50B6306FF}" presName="arrowWedge3" presStyleLbl="fgSibTrans2D1" presStyleIdx="2" presStyleCnt="5" custScaleX="151364" custScaleY="131279"/>
      <dgm:spPr/>
    </dgm:pt>
    <dgm:pt modelId="{08E9AC36-9001-45A0-AAD3-1778304E9B20}" type="pres">
      <dgm:prSet presAssocID="{CB999C9B-6B4C-4DC7-A239-D9C8CBB93A6B}" presName="arrowWedge4" presStyleLbl="fgSibTrans2D1" presStyleIdx="3" presStyleCnt="5" custScaleX="151364" custScaleY="131279"/>
      <dgm:spPr/>
    </dgm:pt>
    <dgm:pt modelId="{FF7BBCA4-A2B5-42F8-A6BB-4C378DBB936F}" type="pres">
      <dgm:prSet presAssocID="{2F78FA1D-9457-4E42-8072-C8E7D179F93B}" presName="arrowWedge5" presStyleLbl="fgSibTrans2D1" presStyleIdx="4" presStyleCnt="5" custScaleX="151364" custScaleY="131279"/>
      <dgm:spPr/>
    </dgm:pt>
  </dgm:ptLst>
  <dgm:cxnLst>
    <dgm:cxn modelId="{46EE4206-6DD1-4561-AF1B-FF4765F7D105}" srcId="{A4648545-CAB1-45D3-8467-269531076130}" destId="{A3800B60-7C84-4A1B-B64A-E78BFFECD3F5}" srcOrd="0" destOrd="0" parTransId="{1187FCF7-D53D-4AFB-AB59-FDED0AA5C9D6}" sibTransId="{3FB94413-ADB1-44F3-96BB-BF0D7CFBE00F}"/>
    <dgm:cxn modelId="{2431530F-4907-4552-8851-7635C3C46FC5}" srcId="{A4648545-CAB1-45D3-8467-269531076130}" destId="{CC8CB348-8480-4ADA-B1B1-C8F338474CA8}" srcOrd="1" destOrd="0" parTransId="{4EE4ED25-9772-4F39-A7E0-FC80A608BB64}" sibTransId="{5FDE9880-FF63-4320-BA14-B930877006FF}"/>
    <dgm:cxn modelId="{6D7A3D32-539F-477F-BECA-A597B2BF781D}" type="presOf" srcId="{AEF33635-922C-4E93-9907-D9FB6B24B137}" destId="{196ABAEA-366D-4E1E-9558-C7726E8B3F2D}" srcOrd="0" destOrd="0" presId="urn:microsoft.com/office/officeart/2005/8/layout/cycle8"/>
    <dgm:cxn modelId="{1C0F7835-1140-47A2-91F5-B5AD929E92CE}" type="presOf" srcId="{A3800B60-7C84-4A1B-B64A-E78BFFECD3F5}" destId="{5B1513FA-1D63-4E94-A4B3-7BE71C46F169}" srcOrd="0" destOrd="0" presId="urn:microsoft.com/office/officeart/2005/8/layout/cycle8"/>
    <dgm:cxn modelId="{E8CB0D37-0F0B-44A0-B60F-5CBA0D19609E}" type="presOf" srcId="{1CFEED25-A15A-4CC7-8477-D177E6350665}" destId="{8CE37BDF-91D8-4E32-9F49-D277B4A08AA8}" srcOrd="0" destOrd="0" presId="urn:microsoft.com/office/officeart/2005/8/layout/cycle8"/>
    <dgm:cxn modelId="{FADE6A38-0B96-45DB-B87D-DDD7C432C3F2}" type="presOf" srcId="{B0CC73B2-6914-45FA-B931-9F65EAA9C391}" destId="{80324756-E74F-41C2-A568-EDE0E3E86882}" srcOrd="1" destOrd="0" presId="urn:microsoft.com/office/officeart/2005/8/layout/cycle8"/>
    <dgm:cxn modelId="{F2D07E46-D86C-412E-9BC5-25E66AC8F03B}" type="presOf" srcId="{CC8CB348-8480-4ADA-B1B1-C8F338474CA8}" destId="{146B6075-2847-46CC-9A26-C512827BC448}" srcOrd="0" destOrd="0" presId="urn:microsoft.com/office/officeart/2005/8/layout/cycle8"/>
    <dgm:cxn modelId="{E637E146-BD4C-4764-917F-1ABACDCA2BAD}" type="presOf" srcId="{1CFEED25-A15A-4CC7-8477-D177E6350665}" destId="{400C1792-F00D-47C0-B499-5CEBD65140E4}" srcOrd="1" destOrd="0" presId="urn:microsoft.com/office/officeart/2005/8/layout/cycle8"/>
    <dgm:cxn modelId="{CEC72A7A-15F3-430B-8F0E-71E56462A1F4}" srcId="{A4648545-CAB1-45D3-8467-269531076130}" destId="{B0CC73B2-6914-45FA-B931-9F65EAA9C391}" srcOrd="2" destOrd="0" parTransId="{D2E665D9-245E-455E-9AF2-D886D266609D}" sibTransId="{A8A0B4AD-38C5-48AD-A223-99B50B6306FF}"/>
    <dgm:cxn modelId="{CE0F2588-87CC-4C63-BC82-5A30B5DBD2E0}" type="presOf" srcId="{CC8CB348-8480-4ADA-B1B1-C8F338474CA8}" destId="{6BC07360-B78E-4BDD-BBCD-86D257CAC9B6}" srcOrd="1" destOrd="0" presId="urn:microsoft.com/office/officeart/2005/8/layout/cycle8"/>
    <dgm:cxn modelId="{203E919A-3F46-4436-94CD-5F92F263E8E0}" type="presOf" srcId="{AEF33635-922C-4E93-9907-D9FB6B24B137}" destId="{37331EFB-4DC8-42A7-A31C-1BFE5232F6C3}" srcOrd="1" destOrd="0" presId="urn:microsoft.com/office/officeart/2005/8/layout/cycle8"/>
    <dgm:cxn modelId="{159B6B9C-AFC9-459E-BE1C-A1BFFF85FFD7}" srcId="{A4648545-CAB1-45D3-8467-269531076130}" destId="{AEF33635-922C-4E93-9907-D9FB6B24B137}" srcOrd="4" destOrd="0" parTransId="{7F148B3D-E73E-463C-9BC2-76E49F483E00}" sibTransId="{2F78FA1D-9457-4E42-8072-C8E7D179F93B}"/>
    <dgm:cxn modelId="{46FECCCF-0E5C-41CF-9ACF-CB6702CC05D9}" type="presOf" srcId="{A3800B60-7C84-4A1B-B64A-E78BFFECD3F5}" destId="{F135D1A3-BCE3-4BB8-AAA6-306038055CAE}" srcOrd="1" destOrd="0" presId="urn:microsoft.com/office/officeart/2005/8/layout/cycle8"/>
    <dgm:cxn modelId="{6D2D55D2-9CAB-4251-9D6C-4EDE983B0936}" srcId="{A4648545-CAB1-45D3-8467-269531076130}" destId="{1CFEED25-A15A-4CC7-8477-D177E6350665}" srcOrd="3" destOrd="0" parTransId="{E898C9B1-214C-42E2-8E88-FB52131517B2}" sibTransId="{CB999C9B-6B4C-4DC7-A239-D9C8CBB93A6B}"/>
    <dgm:cxn modelId="{E7BBBDD3-D399-4E64-995F-B76EB0A8F5EE}" type="presOf" srcId="{A4648545-CAB1-45D3-8467-269531076130}" destId="{BCF1B028-F8AE-4CE8-9696-119946B8FCD6}" srcOrd="0" destOrd="0" presId="urn:microsoft.com/office/officeart/2005/8/layout/cycle8"/>
    <dgm:cxn modelId="{A7A970FB-61BA-485A-B9D2-771666F272FE}" type="presOf" srcId="{B0CC73B2-6914-45FA-B931-9F65EAA9C391}" destId="{37CAD9F3-CBF9-4445-B887-B41C8E552E13}" srcOrd="0" destOrd="0" presId="urn:microsoft.com/office/officeart/2005/8/layout/cycle8"/>
    <dgm:cxn modelId="{6E7ACC05-0362-4C5E-930B-9004E413675C}" type="presParOf" srcId="{BCF1B028-F8AE-4CE8-9696-119946B8FCD6}" destId="{5B1513FA-1D63-4E94-A4B3-7BE71C46F169}" srcOrd="0" destOrd="0" presId="urn:microsoft.com/office/officeart/2005/8/layout/cycle8"/>
    <dgm:cxn modelId="{D344E12D-8275-45F7-B0DB-FE57E75386AF}" type="presParOf" srcId="{BCF1B028-F8AE-4CE8-9696-119946B8FCD6}" destId="{FA60B182-DAD1-41B8-9B04-594E1EBF0F41}" srcOrd="1" destOrd="0" presId="urn:microsoft.com/office/officeart/2005/8/layout/cycle8"/>
    <dgm:cxn modelId="{B26E9021-5E5A-498C-8DF1-BD696522D8F9}" type="presParOf" srcId="{BCF1B028-F8AE-4CE8-9696-119946B8FCD6}" destId="{DD629CB2-8291-4232-A643-CFBA5F34A84D}" srcOrd="2" destOrd="0" presId="urn:microsoft.com/office/officeart/2005/8/layout/cycle8"/>
    <dgm:cxn modelId="{3C8134C6-BC4A-4FE6-BF42-2D9BBEAF635C}" type="presParOf" srcId="{BCF1B028-F8AE-4CE8-9696-119946B8FCD6}" destId="{F135D1A3-BCE3-4BB8-AAA6-306038055CAE}" srcOrd="3" destOrd="0" presId="urn:microsoft.com/office/officeart/2005/8/layout/cycle8"/>
    <dgm:cxn modelId="{6184047D-B0EE-4AE3-B0A1-5AD8FC350AF2}" type="presParOf" srcId="{BCF1B028-F8AE-4CE8-9696-119946B8FCD6}" destId="{146B6075-2847-46CC-9A26-C512827BC448}" srcOrd="4" destOrd="0" presId="urn:microsoft.com/office/officeart/2005/8/layout/cycle8"/>
    <dgm:cxn modelId="{9908C05B-24B9-4089-B2BF-C3BE5DE61C59}" type="presParOf" srcId="{BCF1B028-F8AE-4CE8-9696-119946B8FCD6}" destId="{527EEEB2-9921-4EFA-BE1F-9B86A44D2126}" srcOrd="5" destOrd="0" presId="urn:microsoft.com/office/officeart/2005/8/layout/cycle8"/>
    <dgm:cxn modelId="{F05F45DD-132E-4566-A395-C18AEF2A8F66}" type="presParOf" srcId="{BCF1B028-F8AE-4CE8-9696-119946B8FCD6}" destId="{84A66D2A-3989-485A-902B-39DA9C168889}" srcOrd="6" destOrd="0" presId="urn:microsoft.com/office/officeart/2005/8/layout/cycle8"/>
    <dgm:cxn modelId="{E0C5594D-2EDD-4181-907E-88BE36BAD0D9}" type="presParOf" srcId="{BCF1B028-F8AE-4CE8-9696-119946B8FCD6}" destId="{6BC07360-B78E-4BDD-BBCD-86D257CAC9B6}" srcOrd="7" destOrd="0" presId="urn:microsoft.com/office/officeart/2005/8/layout/cycle8"/>
    <dgm:cxn modelId="{2E52CA88-9456-4A0B-8F5F-5218BB057DF2}" type="presParOf" srcId="{BCF1B028-F8AE-4CE8-9696-119946B8FCD6}" destId="{37CAD9F3-CBF9-4445-B887-B41C8E552E13}" srcOrd="8" destOrd="0" presId="urn:microsoft.com/office/officeart/2005/8/layout/cycle8"/>
    <dgm:cxn modelId="{B592F2F6-E06E-45EF-BCC1-7F3F65C74AEF}" type="presParOf" srcId="{BCF1B028-F8AE-4CE8-9696-119946B8FCD6}" destId="{62AA380B-92B6-42BB-A733-8F8045D26036}" srcOrd="9" destOrd="0" presId="urn:microsoft.com/office/officeart/2005/8/layout/cycle8"/>
    <dgm:cxn modelId="{590FAA9C-672A-4A3E-B483-4BBD9306CBFA}" type="presParOf" srcId="{BCF1B028-F8AE-4CE8-9696-119946B8FCD6}" destId="{2BCE5111-FC9C-440B-8BBE-98153C5D6D68}" srcOrd="10" destOrd="0" presId="urn:microsoft.com/office/officeart/2005/8/layout/cycle8"/>
    <dgm:cxn modelId="{6EE87EA8-6141-4601-B4EA-901AF8088069}" type="presParOf" srcId="{BCF1B028-F8AE-4CE8-9696-119946B8FCD6}" destId="{80324756-E74F-41C2-A568-EDE0E3E86882}" srcOrd="11" destOrd="0" presId="urn:microsoft.com/office/officeart/2005/8/layout/cycle8"/>
    <dgm:cxn modelId="{CAC0F4AE-FFBD-4D4D-BB1A-531A902A557F}" type="presParOf" srcId="{BCF1B028-F8AE-4CE8-9696-119946B8FCD6}" destId="{8CE37BDF-91D8-4E32-9F49-D277B4A08AA8}" srcOrd="12" destOrd="0" presId="urn:microsoft.com/office/officeart/2005/8/layout/cycle8"/>
    <dgm:cxn modelId="{047653AF-CDF9-4C88-8C42-2F810C9B4E17}" type="presParOf" srcId="{BCF1B028-F8AE-4CE8-9696-119946B8FCD6}" destId="{A2447940-60E2-462F-8696-B82BF2458355}" srcOrd="13" destOrd="0" presId="urn:microsoft.com/office/officeart/2005/8/layout/cycle8"/>
    <dgm:cxn modelId="{D38FBA3D-AEE4-4C39-A616-59DF41D9052D}" type="presParOf" srcId="{BCF1B028-F8AE-4CE8-9696-119946B8FCD6}" destId="{F1464071-099F-4DDE-95B4-104930E46D69}" srcOrd="14" destOrd="0" presId="urn:microsoft.com/office/officeart/2005/8/layout/cycle8"/>
    <dgm:cxn modelId="{1C7D1562-1F27-4AA6-9386-FFCC368F6D0F}" type="presParOf" srcId="{BCF1B028-F8AE-4CE8-9696-119946B8FCD6}" destId="{400C1792-F00D-47C0-B499-5CEBD65140E4}" srcOrd="15" destOrd="0" presId="urn:microsoft.com/office/officeart/2005/8/layout/cycle8"/>
    <dgm:cxn modelId="{A31A0ADD-814C-44D3-918D-7C0858FDA833}" type="presParOf" srcId="{BCF1B028-F8AE-4CE8-9696-119946B8FCD6}" destId="{196ABAEA-366D-4E1E-9558-C7726E8B3F2D}" srcOrd="16" destOrd="0" presId="urn:microsoft.com/office/officeart/2005/8/layout/cycle8"/>
    <dgm:cxn modelId="{849465FC-771C-4A81-96E8-A06969A4CC58}" type="presParOf" srcId="{BCF1B028-F8AE-4CE8-9696-119946B8FCD6}" destId="{342970DE-890B-47D3-9C23-2113316FB63F}" srcOrd="17" destOrd="0" presId="urn:microsoft.com/office/officeart/2005/8/layout/cycle8"/>
    <dgm:cxn modelId="{1663104B-2567-4CF4-9579-968D745D4F6C}" type="presParOf" srcId="{BCF1B028-F8AE-4CE8-9696-119946B8FCD6}" destId="{224E9EF9-8FA6-457B-991E-5E7B59223D01}" srcOrd="18" destOrd="0" presId="urn:microsoft.com/office/officeart/2005/8/layout/cycle8"/>
    <dgm:cxn modelId="{EE7A5E43-9052-452A-B425-6A2AE1DDE7D9}" type="presParOf" srcId="{BCF1B028-F8AE-4CE8-9696-119946B8FCD6}" destId="{37331EFB-4DC8-42A7-A31C-1BFE5232F6C3}" srcOrd="19" destOrd="0" presId="urn:microsoft.com/office/officeart/2005/8/layout/cycle8"/>
    <dgm:cxn modelId="{5E6802D9-DEF9-4532-91E5-D97729CF407E}" type="presParOf" srcId="{BCF1B028-F8AE-4CE8-9696-119946B8FCD6}" destId="{6F1BA04E-D7B7-4A55-B88B-C5D09B414478}" srcOrd="20" destOrd="0" presId="urn:microsoft.com/office/officeart/2005/8/layout/cycle8"/>
    <dgm:cxn modelId="{A9DD208E-69F7-47DD-A939-608513096AF2}" type="presParOf" srcId="{BCF1B028-F8AE-4CE8-9696-119946B8FCD6}" destId="{C7CE2D9B-7099-41C1-9E09-D50C69C6CA9B}" srcOrd="21" destOrd="0" presId="urn:microsoft.com/office/officeart/2005/8/layout/cycle8"/>
    <dgm:cxn modelId="{366B647E-ABCF-41F9-B680-BE28D059908B}" type="presParOf" srcId="{BCF1B028-F8AE-4CE8-9696-119946B8FCD6}" destId="{CD054D63-7FD1-4018-A90D-0EE4FD328121}" srcOrd="22" destOrd="0" presId="urn:microsoft.com/office/officeart/2005/8/layout/cycle8"/>
    <dgm:cxn modelId="{5272FAC8-280B-4C88-A58C-D21B1736A996}" type="presParOf" srcId="{BCF1B028-F8AE-4CE8-9696-119946B8FCD6}" destId="{08E9AC36-9001-45A0-AAD3-1778304E9B20}" srcOrd="23" destOrd="0" presId="urn:microsoft.com/office/officeart/2005/8/layout/cycle8"/>
    <dgm:cxn modelId="{19D571C8-D96C-4AA3-A41A-AA09FCCCF84A}" type="presParOf" srcId="{BCF1B028-F8AE-4CE8-9696-119946B8FCD6}" destId="{FF7BBCA4-A2B5-42F8-A6BB-4C378DBB936F}" srcOrd="2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7B059A-B6AA-4B48-8292-FDAE202578CF}">
      <dsp:nvSpPr>
        <dsp:cNvPr id="0" name=""/>
        <dsp:cNvSpPr/>
      </dsp:nvSpPr>
      <dsp:spPr>
        <a:xfrm>
          <a:off x="2169914" y="602626"/>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680C94-1711-40B9-AF55-A0C9DA7EDAE7}">
      <dsp:nvSpPr>
        <dsp:cNvPr id="0" name=""/>
        <dsp:cNvSpPr/>
      </dsp:nvSpPr>
      <dsp:spPr>
        <a:xfrm>
          <a:off x="765914" y="224309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US" sz="1500" kern="1200"/>
            <a:t>This layer handles client-server communication. It receives requests from clients and sends back results. </a:t>
          </a:r>
        </a:p>
      </dsp:txBody>
      <dsp:txXfrm>
        <a:off x="765914" y="2243090"/>
        <a:ext cx="4320000" cy="648000"/>
      </dsp:txXfrm>
    </dsp:sp>
    <dsp:sp modelId="{EB11B836-F2C8-4699-8DD2-915DF3030578}">
      <dsp:nvSpPr>
        <dsp:cNvPr id="0" name=""/>
        <dsp:cNvSpPr/>
      </dsp:nvSpPr>
      <dsp:spPr>
        <a:xfrm>
          <a:off x="765914" y="2950841"/>
          <a:ext cx="4320000" cy="639337"/>
        </a:xfrm>
        <a:prstGeom prst="rect">
          <a:avLst/>
        </a:prstGeom>
        <a:noFill/>
        <a:ln>
          <a:noFill/>
        </a:ln>
        <a:effectLst/>
      </dsp:spPr>
      <dsp:style>
        <a:lnRef idx="0">
          <a:scrgbClr r="0" g="0" b="0"/>
        </a:lnRef>
        <a:fillRef idx="0">
          <a:scrgbClr r="0" g="0" b="0"/>
        </a:fillRef>
        <a:effectRef idx="0">
          <a:scrgbClr r="0" g="0" b="0"/>
        </a:effectRef>
        <a:fontRef idx="minor"/>
      </dsp:style>
    </dsp:sp>
    <dsp:sp modelId="{15DCB95B-0E08-48D8-8E06-049F5BF515A1}">
      <dsp:nvSpPr>
        <dsp:cNvPr id="0" name=""/>
        <dsp:cNvSpPr/>
      </dsp:nvSpPr>
      <dsp:spPr>
        <a:xfrm>
          <a:off x="7245914" y="602626"/>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CC4699-3740-4C8C-A561-5B5515D95646}">
      <dsp:nvSpPr>
        <dsp:cNvPr id="0" name=""/>
        <dsp:cNvSpPr/>
      </dsp:nvSpPr>
      <dsp:spPr>
        <a:xfrm>
          <a:off x="5841914" y="224309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US" sz="1500" kern="1200"/>
            <a:t>Common protocols include </a:t>
          </a:r>
        </a:p>
      </dsp:txBody>
      <dsp:txXfrm>
        <a:off x="5841914" y="2243090"/>
        <a:ext cx="4320000" cy="648000"/>
      </dsp:txXfrm>
    </dsp:sp>
    <dsp:sp modelId="{618A2360-5243-460B-B641-2B3D984C097C}">
      <dsp:nvSpPr>
        <dsp:cNvPr id="0" name=""/>
        <dsp:cNvSpPr/>
      </dsp:nvSpPr>
      <dsp:spPr>
        <a:xfrm>
          <a:off x="5841914" y="2950841"/>
          <a:ext cx="4320000" cy="639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Shared Memory</a:t>
          </a:r>
        </a:p>
        <a:p>
          <a:pPr marL="0" lvl="0" indent="0" algn="ctr" defTabSz="533400">
            <a:lnSpc>
              <a:spcPct val="90000"/>
            </a:lnSpc>
            <a:spcBef>
              <a:spcPct val="0"/>
            </a:spcBef>
            <a:spcAft>
              <a:spcPct val="35000"/>
            </a:spcAft>
            <a:buNone/>
          </a:pPr>
          <a:r>
            <a:rPr lang="en-US" sz="1200" kern="1200"/>
            <a:t>TCP/IP</a:t>
          </a:r>
        </a:p>
        <a:p>
          <a:pPr marL="0" lvl="0" indent="0" algn="ctr" defTabSz="533400">
            <a:lnSpc>
              <a:spcPct val="90000"/>
            </a:lnSpc>
            <a:spcBef>
              <a:spcPct val="0"/>
            </a:spcBef>
            <a:spcAft>
              <a:spcPct val="35000"/>
            </a:spcAft>
            <a:buNone/>
          </a:pPr>
          <a:r>
            <a:rPr lang="en-US" sz="1200" kern="1200"/>
            <a:t>Named Pipes.</a:t>
          </a:r>
        </a:p>
      </dsp:txBody>
      <dsp:txXfrm>
        <a:off x="5841914" y="2950841"/>
        <a:ext cx="4320000" cy="639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513FA-1D63-4E94-A4B3-7BE71C46F169}">
      <dsp:nvSpPr>
        <dsp:cNvPr id="0" name=""/>
        <dsp:cNvSpPr/>
      </dsp:nvSpPr>
      <dsp:spPr>
        <a:xfrm>
          <a:off x="2558539" y="-302295"/>
          <a:ext cx="5532541" cy="4798410"/>
        </a:xfrm>
        <a:prstGeom prst="pie">
          <a:avLst>
            <a:gd name="adj1" fmla="val 16200000"/>
            <a:gd name="adj2" fmla="val 2052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Memory Health (Buffer Cache, Page Life Expectancy)</a:t>
          </a:r>
        </a:p>
      </dsp:txBody>
      <dsp:txXfrm>
        <a:off x="5444682" y="504294"/>
        <a:ext cx="1778316" cy="1028230"/>
      </dsp:txXfrm>
    </dsp:sp>
    <dsp:sp modelId="{146B6075-2847-46CC-9A26-C512827BC448}">
      <dsp:nvSpPr>
        <dsp:cNvPr id="0" name=""/>
        <dsp:cNvSpPr/>
      </dsp:nvSpPr>
      <dsp:spPr>
        <a:xfrm>
          <a:off x="2892038" y="-47070"/>
          <a:ext cx="4928203" cy="4482899"/>
        </a:xfrm>
        <a:prstGeom prst="pie">
          <a:avLst>
            <a:gd name="adj1" fmla="val 20520000"/>
            <a:gd name="adj2" fmla="val 324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I/O Health (Latency, Throughput)</a:t>
          </a:r>
        </a:p>
      </dsp:txBody>
      <dsp:txXfrm>
        <a:off x="6066036" y="2001188"/>
        <a:ext cx="1466727" cy="1067357"/>
      </dsp:txXfrm>
    </dsp:sp>
    <dsp:sp modelId="{37CAD9F3-CBF9-4445-B887-B41C8E552E13}">
      <dsp:nvSpPr>
        <dsp:cNvPr id="0" name=""/>
        <dsp:cNvSpPr/>
      </dsp:nvSpPr>
      <dsp:spPr>
        <a:xfrm>
          <a:off x="2507193" y="-144776"/>
          <a:ext cx="5532541" cy="4798410"/>
        </a:xfrm>
        <a:prstGeom prst="pie">
          <a:avLst>
            <a:gd name="adj1" fmla="val 3240000"/>
            <a:gd name="adj2" fmla="val 756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CPU Health (Signal Waits)</a:t>
          </a:r>
        </a:p>
      </dsp:txBody>
      <dsp:txXfrm>
        <a:off x="4483101" y="3225535"/>
        <a:ext cx="1580726" cy="1256726"/>
      </dsp:txXfrm>
    </dsp:sp>
    <dsp:sp modelId="{8CE37BDF-91D8-4E32-9F49-D277B4A08AA8}">
      <dsp:nvSpPr>
        <dsp:cNvPr id="0" name=""/>
        <dsp:cNvSpPr/>
      </dsp:nvSpPr>
      <dsp:spPr>
        <a:xfrm>
          <a:off x="2424518" y="-204825"/>
          <a:ext cx="5532541" cy="4798410"/>
        </a:xfrm>
        <a:prstGeom prst="pie">
          <a:avLst>
            <a:gd name="adj1" fmla="val 7560000"/>
            <a:gd name="adj2" fmla="val 1188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Index Fragmentation &amp; Stats</a:t>
          </a:r>
        </a:p>
      </dsp:txBody>
      <dsp:txXfrm>
        <a:off x="2747250" y="1987591"/>
        <a:ext cx="1646589" cy="1142478"/>
      </dsp:txXfrm>
    </dsp:sp>
    <dsp:sp modelId="{196ABAEA-366D-4E1E-9558-C7726E8B3F2D}">
      <dsp:nvSpPr>
        <dsp:cNvPr id="0" name=""/>
        <dsp:cNvSpPr/>
      </dsp:nvSpPr>
      <dsp:spPr>
        <a:xfrm>
          <a:off x="2455848" y="-302295"/>
          <a:ext cx="5532541" cy="4798410"/>
        </a:xfrm>
        <a:prstGeom prst="pie">
          <a:avLst>
            <a:gd name="adj1" fmla="val 1188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Backup &amp; HA/DR readiness</a:t>
          </a:r>
        </a:p>
      </dsp:txBody>
      <dsp:txXfrm>
        <a:off x="3323930" y="504294"/>
        <a:ext cx="1778316" cy="1028230"/>
      </dsp:txXfrm>
    </dsp:sp>
    <dsp:sp modelId="{6F1BA04E-D7B7-4A55-B88B-C5D09B414478}">
      <dsp:nvSpPr>
        <dsp:cNvPr id="0" name=""/>
        <dsp:cNvSpPr/>
      </dsp:nvSpPr>
      <dsp:spPr>
        <a:xfrm>
          <a:off x="2206631" y="-604969"/>
          <a:ext cx="6217523" cy="5392499"/>
        </a:xfrm>
        <a:prstGeom prst="circularArrow">
          <a:avLst>
            <a:gd name="adj1" fmla="val 5085"/>
            <a:gd name="adj2" fmla="val 327528"/>
            <a:gd name="adj3" fmla="val 20192361"/>
            <a:gd name="adj4" fmla="val 16200324"/>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7CE2D9B-7099-41C1-9E09-D50C69C6CA9B}">
      <dsp:nvSpPr>
        <dsp:cNvPr id="0" name=""/>
        <dsp:cNvSpPr/>
      </dsp:nvSpPr>
      <dsp:spPr>
        <a:xfrm>
          <a:off x="2241361" y="-505978"/>
          <a:ext cx="6217523" cy="5392499"/>
        </a:xfrm>
        <a:prstGeom prst="circularArrow">
          <a:avLst>
            <a:gd name="adj1" fmla="val 5085"/>
            <a:gd name="adj2" fmla="val 327528"/>
            <a:gd name="adj3" fmla="val 2912753"/>
            <a:gd name="adj4" fmla="val 20519953"/>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054D63-7FD1-4018-A90D-0EE4FD328121}">
      <dsp:nvSpPr>
        <dsp:cNvPr id="0" name=""/>
        <dsp:cNvSpPr/>
      </dsp:nvSpPr>
      <dsp:spPr>
        <a:xfrm>
          <a:off x="2155457" y="-447300"/>
          <a:ext cx="6217523" cy="5392499"/>
        </a:xfrm>
        <a:prstGeom prst="circularArrow">
          <a:avLst>
            <a:gd name="adj1" fmla="val 5085"/>
            <a:gd name="adj2" fmla="val 327528"/>
            <a:gd name="adj3" fmla="val 7232777"/>
            <a:gd name="adj4" fmla="val 3239695"/>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8E9AC36-9001-45A0-AAD3-1778304E9B20}">
      <dsp:nvSpPr>
        <dsp:cNvPr id="0" name=""/>
        <dsp:cNvSpPr/>
      </dsp:nvSpPr>
      <dsp:spPr>
        <a:xfrm>
          <a:off x="2072529" y="-507532"/>
          <a:ext cx="6217523" cy="5392499"/>
        </a:xfrm>
        <a:prstGeom prst="circularArrow">
          <a:avLst>
            <a:gd name="adj1" fmla="val 5085"/>
            <a:gd name="adj2" fmla="val 327528"/>
            <a:gd name="adj3" fmla="val 11552519"/>
            <a:gd name="adj4" fmla="val 7559718"/>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F7BBCA4-A2B5-42F8-A6BB-4C378DBB936F}">
      <dsp:nvSpPr>
        <dsp:cNvPr id="0" name=""/>
        <dsp:cNvSpPr/>
      </dsp:nvSpPr>
      <dsp:spPr>
        <a:xfrm>
          <a:off x="2104284" y="-604969"/>
          <a:ext cx="6217523" cy="5392499"/>
        </a:xfrm>
        <a:prstGeom prst="circularArrow">
          <a:avLst>
            <a:gd name="adj1" fmla="val 5085"/>
            <a:gd name="adj2" fmla="val 327528"/>
            <a:gd name="adj3" fmla="val 15872148"/>
            <a:gd name="adj4" fmla="val 11880111"/>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75A44D-7337-41EC-AD9F-A8076ECD995B}" type="datetimeFigureOut">
              <a:rPr lang="en-IN" smtClean="0"/>
              <a:t>14-11-2025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522A9C-DD6B-437C-AC2A-C4E27E73E5D9}" type="slidenum">
              <a:rPr lang="en-IN" smtClean="0"/>
              <a:t>‹#›</a:t>
            </a:fld>
            <a:endParaRPr lang="en-IN"/>
          </a:p>
        </p:txBody>
      </p:sp>
    </p:spTree>
    <p:extLst>
      <p:ext uri="{BB962C8B-B14F-4D97-AF65-F5344CB8AC3E}">
        <p14:creationId xmlns:p14="http://schemas.microsoft.com/office/powerpoint/2010/main" val="2245305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522A9C-DD6B-437C-AC2A-C4E27E73E5D9}" type="slidenum">
              <a:rPr lang="en-IN" smtClean="0"/>
              <a:t>4</a:t>
            </a:fld>
            <a:endParaRPr lang="en-IN"/>
          </a:p>
        </p:txBody>
      </p:sp>
    </p:spTree>
    <p:extLst>
      <p:ext uri="{BB962C8B-B14F-4D97-AF65-F5344CB8AC3E}">
        <p14:creationId xmlns:p14="http://schemas.microsoft.com/office/powerpoint/2010/main" val="3602668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23B3E-ED2E-32B9-CE4A-7F3B7215F8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2A6688-EC58-F503-35EE-10C1620A55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998D1E-A1C5-B826-0936-6F94B125B7A0}"/>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5" name="Footer Placeholder 4">
            <a:extLst>
              <a:ext uri="{FF2B5EF4-FFF2-40B4-BE49-F238E27FC236}">
                <a16:creationId xmlns:a16="http://schemas.microsoft.com/office/drawing/2014/main" id="{765291E0-1AF5-A465-F464-E6828175B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2B2E1-DE6C-B5C3-4F6F-F4A119AC81D6}"/>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1418673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82933-BB7A-D7B7-228E-8E73B87DE8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A08C82-5C41-1CEB-7226-22BC99CDE2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7F463D-E634-FEBD-0C0F-40632B1AD8BB}"/>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5" name="Footer Placeholder 4">
            <a:extLst>
              <a:ext uri="{FF2B5EF4-FFF2-40B4-BE49-F238E27FC236}">
                <a16:creationId xmlns:a16="http://schemas.microsoft.com/office/drawing/2014/main" id="{AACA0337-C570-5982-50F8-86204F016A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4A612E-CC11-460F-3677-2AE0C633060E}"/>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3786557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307A-CE72-04CE-BD79-04D2CE870D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28F8B1-7DF7-56E3-E4F1-DE35253B1D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B22E8F-44AA-D55A-A135-6DC4C08601F5}"/>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5" name="Footer Placeholder 4">
            <a:extLst>
              <a:ext uri="{FF2B5EF4-FFF2-40B4-BE49-F238E27FC236}">
                <a16:creationId xmlns:a16="http://schemas.microsoft.com/office/drawing/2014/main" id="{71A23F5F-B11A-40F7-41B2-AEC1614F19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334349-B12B-7125-CD79-C8373D0B1044}"/>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3454964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3BE98-7453-B9FF-2AD2-B5FE067B52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3AABC6-8F76-26B6-AB65-5895F39D8E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88ED35-7D91-5694-088E-904AA22467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5B230A-516A-3BC0-83D8-E1ADDE559FAF}"/>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6" name="Footer Placeholder 5">
            <a:extLst>
              <a:ext uri="{FF2B5EF4-FFF2-40B4-BE49-F238E27FC236}">
                <a16:creationId xmlns:a16="http://schemas.microsoft.com/office/drawing/2014/main" id="{CB1F34CA-8D5A-2183-86F4-D9F89063A7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4B97E3-6ED7-43A5-F3A1-17EEB50ECB3F}"/>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3193709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F14B2-FFB6-6A3D-BD2D-7FC1296D20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74689A-664C-07FE-4BFE-EFF5CA81F1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4A6066-F868-A711-4292-17A1080D26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F64D1D-1B54-6C6F-55CC-F85DCEEF31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96E502-D0C1-E7DC-FEF3-E635313500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6F0305-61CE-491F-E49A-5E796314C760}"/>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8" name="Footer Placeholder 7">
            <a:extLst>
              <a:ext uri="{FF2B5EF4-FFF2-40B4-BE49-F238E27FC236}">
                <a16:creationId xmlns:a16="http://schemas.microsoft.com/office/drawing/2014/main" id="{BACC90D7-9A25-C36A-F857-8C0C9C7C88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D9E5CE-4B4D-0A4A-21BF-4A95B81BEC68}"/>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2397923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F101E-9534-56B4-7B78-252A9865907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7989F0-6506-E45C-2142-9A114C2B9C31}"/>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4" name="Footer Placeholder 3">
            <a:extLst>
              <a:ext uri="{FF2B5EF4-FFF2-40B4-BE49-F238E27FC236}">
                <a16:creationId xmlns:a16="http://schemas.microsoft.com/office/drawing/2014/main" id="{93A20A1E-CAC7-F3BD-A297-5722C9F0480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F548A1-0A78-7B15-6CE9-05DDA4629E1F}"/>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288841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530785-DED7-7FEC-C729-47D122966B54}"/>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3" name="Footer Placeholder 2">
            <a:extLst>
              <a:ext uri="{FF2B5EF4-FFF2-40B4-BE49-F238E27FC236}">
                <a16:creationId xmlns:a16="http://schemas.microsoft.com/office/drawing/2014/main" id="{1BE21154-9842-8ED5-D985-670F6BD357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8E6679-90C1-C172-314C-52766D259F20}"/>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3871770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7C955-14E7-C4B3-A043-ED2D5365BE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E9D312-3659-D5F0-725F-231FB3EE9C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013454-C203-7F3C-87FE-2844D772FE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56A2F0-375D-E921-2E72-65FEE33D0719}"/>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6" name="Footer Placeholder 5">
            <a:extLst>
              <a:ext uri="{FF2B5EF4-FFF2-40B4-BE49-F238E27FC236}">
                <a16:creationId xmlns:a16="http://schemas.microsoft.com/office/drawing/2014/main" id="{011D36DF-E633-E9B8-2773-21191284DC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EC7982-78E4-8F0B-994B-115A67199649}"/>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332174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470C5-6CE2-312C-D2C8-D843EB0876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868205-2FB7-E45E-F9E9-A9E05423BB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682C31-204A-F6C2-881C-1AE3D061EB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3B1DD-F7EA-6654-0555-0ACF006A7252}"/>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6" name="Footer Placeholder 5">
            <a:extLst>
              <a:ext uri="{FF2B5EF4-FFF2-40B4-BE49-F238E27FC236}">
                <a16:creationId xmlns:a16="http://schemas.microsoft.com/office/drawing/2014/main" id="{36DF3095-C5BB-51C2-84DD-F1617D8020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CBA3ED-352C-86F3-15BF-8D1F90E257EC}"/>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1945321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070BF-8AE0-C133-9F53-02DE5EDC28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D31F0D-935E-F61A-1712-957C418F2D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819904-46CB-8D55-6B3C-CC40B33F51A2}"/>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5" name="Footer Placeholder 4">
            <a:extLst>
              <a:ext uri="{FF2B5EF4-FFF2-40B4-BE49-F238E27FC236}">
                <a16:creationId xmlns:a16="http://schemas.microsoft.com/office/drawing/2014/main" id="{39B3C343-8F69-8E3C-2F95-E0E88C4A20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4FC9E6-C91E-C37B-44D7-E0EB7638FF14}"/>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3495297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D9EFA8-8E99-7688-6D68-F2AA192C7B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67E391-9B03-A1DD-85ED-8BA9AA4B4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7C6EA2-F4D0-FF8F-2728-62D944DE01B0}"/>
              </a:ext>
            </a:extLst>
          </p:cNvPr>
          <p:cNvSpPr>
            <a:spLocks noGrp="1"/>
          </p:cNvSpPr>
          <p:nvPr>
            <p:ph type="dt" sz="half" idx="10"/>
          </p:nvPr>
        </p:nvSpPr>
        <p:spPr/>
        <p:txBody>
          <a:bodyPr/>
          <a:lstStyle/>
          <a:p>
            <a:fld id="{08E76A00-A0D0-4B29-B4AD-F377AE97F17B}" type="datetimeFigureOut">
              <a:rPr lang="en-IN" smtClean="0"/>
              <a:t>14-11-2025</a:t>
            </a:fld>
            <a:endParaRPr lang="en-IN"/>
          </a:p>
        </p:txBody>
      </p:sp>
      <p:sp>
        <p:nvSpPr>
          <p:cNvPr id="5" name="Footer Placeholder 4">
            <a:extLst>
              <a:ext uri="{FF2B5EF4-FFF2-40B4-BE49-F238E27FC236}">
                <a16:creationId xmlns:a16="http://schemas.microsoft.com/office/drawing/2014/main" id="{0A97E4C0-A9D1-59EC-D508-386F51100B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401614-3763-5C3F-D00F-40187DAC5ACE}"/>
              </a:ext>
            </a:extLst>
          </p:cNvPr>
          <p:cNvSpPr>
            <a:spLocks noGrp="1"/>
          </p:cNvSpPr>
          <p:nvPr>
            <p:ph type="sldNum" sz="quarter" idx="12"/>
          </p:nvPr>
        </p:nvSpPr>
        <p:spPr/>
        <p:txBody>
          <a:bodyPr/>
          <a:lstStyle/>
          <a:p>
            <a:fld id="{5E0DC797-9837-4AB1-841B-3986FCF4B0E1}" type="slidenum">
              <a:rPr lang="en-IN" smtClean="0"/>
              <a:t>‹#›</a:t>
            </a:fld>
            <a:endParaRPr lang="en-IN"/>
          </a:p>
        </p:txBody>
      </p:sp>
    </p:spTree>
    <p:extLst>
      <p:ext uri="{BB962C8B-B14F-4D97-AF65-F5344CB8AC3E}">
        <p14:creationId xmlns:p14="http://schemas.microsoft.com/office/powerpoint/2010/main" val="1159686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5090ED-3A4E-E542-D378-0882CEF588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6E980A-0DAF-27E4-C23F-17DDE0FEB6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5F8FD9-022B-6E0B-5E3C-C5F0C962D0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E76A00-A0D0-4B29-B4AD-F377AE97F17B}" type="datetimeFigureOut">
              <a:rPr lang="en-IN" smtClean="0"/>
              <a:t>14-11-2025</a:t>
            </a:fld>
            <a:endParaRPr lang="en-IN"/>
          </a:p>
        </p:txBody>
      </p:sp>
      <p:sp>
        <p:nvSpPr>
          <p:cNvPr id="5" name="Footer Placeholder 4">
            <a:extLst>
              <a:ext uri="{FF2B5EF4-FFF2-40B4-BE49-F238E27FC236}">
                <a16:creationId xmlns:a16="http://schemas.microsoft.com/office/drawing/2014/main" id="{0147A3C6-249A-2E31-4DD3-02BFECC664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44E0692-E351-1FD0-1D42-C185F1D1DC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0DC797-9837-4AB1-841B-3986FCF4B0E1}" type="slidenum">
              <a:rPr lang="en-IN" smtClean="0"/>
              <a:t>‹#›</a:t>
            </a:fld>
            <a:endParaRPr lang="en-IN"/>
          </a:p>
        </p:txBody>
      </p:sp>
    </p:spTree>
    <p:extLst>
      <p:ext uri="{BB962C8B-B14F-4D97-AF65-F5344CB8AC3E}">
        <p14:creationId xmlns:p14="http://schemas.microsoft.com/office/powerpoint/2010/main" val="1249810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blocks and networks technology background">
            <a:extLst>
              <a:ext uri="{FF2B5EF4-FFF2-40B4-BE49-F238E27FC236}">
                <a16:creationId xmlns:a16="http://schemas.microsoft.com/office/drawing/2014/main" id="{3AF6493F-8F80-264A-4B0F-34735E232C56}"/>
              </a:ext>
            </a:extLst>
          </p:cNvPr>
          <p:cNvPicPr>
            <a:picLocks noChangeAspect="1"/>
          </p:cNvPicPr>
          <p:nvPr/>
        </p:nvPicPr>
        <p:blipFill>
          <a:blip r:embed="rId2">
            <a:alphaModFix amt="50000"/>
          </a:blip>
          <a:srcRect b="-44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E29B8D9B-AE79-7A96-9737-C3508721296F}"/>
              </a:ext>
            </a:extLst>
          </p:cNvPr>
          <p:cNvSpPr>
            <a:spLocks noGrp="1"/>
          </p:cNvSpPr>
          <p:nvPr>
            <p:ph type="ctrTitle"/>
          </p:nvPr>
        </p:nvSpPr>
        <p:spPr>
          <a:xfrm>
            <a:off x="1524000" y="1122362"/>
            <a:ext cx="9144000" cy="2900518"/>
          </a:xfrm>
        </p:spPr>
        <p:txBody>
          <a:bodyPr>
            <a:normAutofit/>
          </a:bodyPr>
          <a:lstStyle/>
          <a:p>
            <a:r>
              <a:rPr lang="en-IN">
                <a:solidFill>
                  <a:srgbClr val="FFFFFF"/>
                </a:solidFill>
              </a:rPr>
              <a:t>SQL Server Architecture</a:t>
            </a:r>
          </a:p>
        </p:txBody>
      </p:sp>
      <p:sp>
        <p:nvSpPr>
          <p:cNvPr id="3" name="Subtitle 2">
            <a:extLst>
              <a:ext uri="{FF2B5EF4-FFF2-40B4-BE49-F238E27FC236}">
                <a16:creationId xmlns:a16="http://schemas.microsoft.com/office/drawing/2014/main" id="{3517A166-1588-BFE3-190E-7BE82CAB663A}"/>
              </a:ext>
            </a:extLst>
          </p:cNvPr>
          <p:cNvSpPr>
            <a:spLocks noGrp="1"/>
          </p:cNvSpPr>
          <p:nvPr>
            <p:ph type="subTitle" idx="1"/>
          </p:nvPr>
        </p:nvSpPr>
        <p:spPr>
          <a:xfrm>
            <a:off x="1524000" y="4159404"/>
            <a:ext cx="9144000" cy="1098395"/>
          </a:xfrm>
        </p:spPr>
        <p:txBody>
          <a:bodyPr>
            <a:normAutofit/>
          </a:bodyPr>
          <a:lstStyle/>
          <a:p>
            <a:r>
              <a:rPr lang="en-IN">
                <a:solidFill>
                  <a:srgbClr val="FFFFFF"/>
                </a:solidFill>
              </a:rPr>
              <a:t>Presenter</a:t>
            </a:r>
          </a:p>
          <a:p>
            <a:r>
              <a:rPr lang="en-IN">
                <a:solidFill>
                  <a:srgbClr val="FFFFFF"/>
                </a:solidFill>
              </a:rPr>
              <a:t>Nikhil Shah</a:t>
            </a:r>
          </a:p>
        </p:txBody>
      </p:sp>
    </p:spTree>
    <p:extLst>
      <p:ext uri="{BB962C8B-B14F-4D97-AF65-F5344CB8AC3E}">
        <p14:creationId xmlns:p14="http://schemas.microsoft.com/office/powerpoint/2010/main" val="9634449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EE244-C39D-0B31-BD24-311B5D50EEA9}"/>
              </a:ext>
            </a:extLst>
          </p:cNvPr>
          <p:cNvSpPr>
            <a:spLocks noGrp="1"/>
          </p:cNvSpPr>
          <p:nvPr>
            <p:ph type="title"/>
          </p:nvPr>
        </p:nvSpPr>
        <p:spPr>
          <a:xfrm>
            <a:off x="6823878" y="741391"/>
            <a:ext cx="4491821" cy="1616203"/>
          </a:xfrm>
        </p:spPr>
        <p:txBody>
          <a:bodyPr anchor="b">
            <a:normAutofit/>
          </a:bodyPr>
          <a:lstStyle/>
          <a:p>
            <a:r>
              <a:rPr lang="en-IN" sz="3200"/>
              <a:t>Brief</a:t>
            </a:r>
          </a:p>
        </p:txBody>
      </p:sp>
      <p:pic>
        <p:nvPicPr>
          <p:cNvPr id="5" name="Picture 4" descr="Blue blocks and networks technology background">
            <a:extLst>
              <a:ext uri="{FF2B5EF4-FFF2-40B4-BE49-F238E27FC236}">
                <a16:creationId xmlns:a16="http://schemas.microsoft.com/office/drawing/2014/main" id="{70A60721-7A35-77FF-CB68-58F3A08CF68D}"/>
              </a:ext>
            </a:extLst>
          </p:cNvPr>
          <p:cNvPicPr>
            <a:picLocks noChangeAspect="1"/>
          </p:cNvPicPr>
          <p:nvPr/>
        </p:nvPicPr>
        <p:blipFill>
          <a:blip r:embed="rId2"/>
          <a:srcRect l="9545" r="40456" b="-446"/>
          <a:stretch>
            <a:fillRect/>
          </a:stretch>
        </p:blipFill>
        <p:spPr>
          <a:xfrm>
            <a:off x="20" y="10"/>
            <a:ext cx="6095980" cy="6857990"/>
          </a:xfrm>
          <a:prstGeom prst="rect">
            <a:avLst/>
          </a:prstGeom>
        </p:spPr>
      </p:pic>
      <p:grpSp>
        <p:nvGrpSpPr>
          <p:cNvPr id="9" name="Group 8">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0" name="Rectangle 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5223158-535B-33F4-D497-367E685C0C15}"/>
              </a:ext>
            </a:extLst>
          </p:cNvPr>
          <p:cNvSpPr>
            <a:spLocks noGrp="1"/>
          </p:cNvSpPr>
          <p:nvPr>
            <p:ph idx="1"/>
          </p:nvPr>
        </p:nvSpPr>
        <p:spPr>
          <a:xfrm>
            <a:off x="6823878" y="2533476"/>
            <a:ext cx="4491820" cy="3447832"/>
          </a:xfrm>
        </p:spPr>
        <p:txBody>
          <a:bodyPr anchor="t">
            <a:normAutofit/>
          </a:bodyPr>
          <a:lstStyle/>
          <a:p>
            <a:r>
              <a:rPr lang="en-US" sz="2000"/>
              <a:t>SQL Server architecture can be understood by dividing it into three main components: the Protocol Layer, the Relational Engine, and the Storage Engine.</a:t>
            </a:r>
          </a:p>
          <a:p>
            <a:pPr marL="0" indent="0">
              <a:buNone/>
            </a:pPr>
            <a:endParaRPr lang="en-US" sz="2000"/>
          </a:p>
          <a:p>
            <a:r>
              <a:rPr lang="en-IN" sz="2000" b="1"/>
              <a:t>1. Protocol Layer</a:t>
            </a:r>
          </a:p>
          <a:p>
            <a:r>
              <a:rPr lang="en-IN" sz="2000" b="1"/>
              <a:t>2. Relational Engine (Query Processor)</a:t>
            </a:r>
          </a:p>
          <a:p>
            <a:r>
              <a:rPr lang="en-IN" sz="2000" b="1"/>
              <a:t>3. Storage Engine</a:t>
            </a:r>
            <a:endParaRPr lang="en-IN" sz="2000"/>
          </a:p>
        </p:txBody>
      </p:sp>
    </p:spTree>
    <p:extLst>
      <p:ext uri="{BB962C8B-B14F-4D97-AF65-F5344CB8AC3E}">
        <p14:creationId xmlns:p14="http://schemas.microsoft.com/office/powerpoint/2010/main" val="2360206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5833E54-ABFF-5E9A-63BD-DA0ED8643321}"/>
              </a:ext>
            </a:extLst>
          </p:cNvPr>
          <p:cNvSpPr>
            <a:spLocks noGrp="1"/>
          </p:cNvSpPr>
          <p:nvPr>
            <p:ph type="title"/>
          </p:nvPr>
        </p:nvSpPr>
        <p:spPr>
          <a:xfrm>
            <a:off x="1371597" y="348865"/>
            <a:ext cx="10044023" cy="877729"/>
          </a:xfrm>
        </p:spPr>
        <p:txBody>
          <a:bodyPr anchor="ctr">
            <a:normAutofit/>
          </a:bodyPr>
          <a:lstStyle/>
          <a:p>
            <a:r>
              <a:rPr lang="en-IN" sz="4000" b="1">
                <a:solidFill>
                  <a:srgbClr val="FFFFFF"/>
                </a:solidFill>
              </a:rPr>
              <a:t>Protocol Layer</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B52879E6-20A6-2535-D9C1-6739E280E796}"/>
              </a:ext>
            </a:extLst>
          </p:cNvPr>
          <p:cNvGraphicFramePr>
            <a:graphicFrameLocks noGrp="1"/>
          </p:cNvGraphicFramePr>
          <p:nvPr>
            <p:ph idx="1"/>
            <p:extLst>
              <p:ext uri="{D42A27DB-BD31-4B8C-83A1-F6EECF244321}">
                <p14:modId xmlns:p14="http://schemas.microsoft.com/office/powerpoint/2010/main" val="269693364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9790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Rectangle 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0CA50F-D1D1-F62F-BDC5-A7A21FDC26EA}"/>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rPr>
              <a:t>Relational Engine (Query Processor)</a:t>
            </a:r>
            <a:endParaRPr lang="en-IN" sz="4000">
              <a:solidFill>
                <a:srgbClr val="FFFFFF"/>
              </a:solidFill>
            </a:endParaRPr>
          </a:p>
        </p:txBody>
      </p:sp>
      <p:sp>
        <p:nvSpPr>
          <p:cNvPr id="3" name="Content Placeholder 2">
            <a:extLst>
              <a:ext uri="{FF2B5EF4-FFF2-40B4-BE49-F238E27FC236}">
                <a16:creationId xmlns:a16="http://schemas.microsoft.com/office/drawing/2014/main" id="{170BDB7B-BE6E-5279-87D3-9D2A14EDC786}"/>
              </a:ext>
            </a:extLst>
          </p:cNvPr>
          <p:cNvSpPr>
            <a:spLocks noGrp="1"/>
          </p:cNvSpPr>
          <p:nvPr>
            <p:ph idx="1"/>
          </p:nvPr>
        </p:nvSpPr>
        <p:spPr>
          <a:xfrm>
            <a:off x="4367695" y="299677"/>
            <a:ext cx="6997911" cy="6354695"/>
          </a:xfrm>
        </p:spPr>
        <p:txBody>
          <a:bodyPr anchor="ctr">
            <a:normAutofit/>
          </a:bodyPr>
          <a:lstStyle/>
          <a:p>
            <a:pPr marL="0" indent="0">
              <a:buNone/>
            </a:pPr>
            <a:r>
              <a:rPr lang="en-US" sz="1600" dirty="0"/>
              <a:t>This component is responsible for processing queries. Its key sub-components are:</a:t>
            </a:r>
          </a:p>
          <a:p>
            <a:pPr marL="0" indent="0">
              <a:buNone/>
            </a:pPr>
            <a:endParaRPr lang="en-US" sz="1600" b="1" dirty="0">
              <a:highlight>
                <a:srgbClr val="FFFF00"/>
              </a:highlight>
            </a:endParaRPr>
          </a:p>
          <a:p>
            <a:pPr marL="0" indent="0">
              <a:buNone/>
            </a:pPr>
            <a:r>
              <a:rPr lang="en-US" sz="1600" b="1" dirty="0">
                <a:highlight>
                  <a:srgbClr val="FFFF00"/>
                </a:highlight>
              </a:rPr>
              <a:t>Command Parser:</a:t>
            </a:r>
            <a:r>
              <a:rPr lang="en-US" sz="1600" dirty="0">
                <a:highlight>
                  <a:srgbClr val="FFFF00"/>
                </a:highlight>
              </a:rPr>
              <a:t> </a:t>
            </a:r>
          </a:p>
          <a:p>
            <a:pPr marL="0" indent="0">
              <a:buNone/>
            </a:pPr>
            <a:r>
              <a:rPr lang="en-US" sz="1600" dirty="0"/>
              <a:t>Checks the syntax of the query and creates a query tree (a logical representation of the query).</a:t>
            </a:r>
          </a:p>
          <a:p>
            <a:pPr marL="0" indent="0">
              <a:buNone/>
            </a:pPr>
            <a:endParaRPr lang="en-US" sz="1600" b="1" dirty="0">
              <a:highlight>
                <a:srgbClr val="FFFF00"/>
              </a:highlight>
            </a:endParaRPr>
          </a:p>
          <a:p>
            <a:pPr marL="0" indent="0">
              <a:buNone/>
            </a:pPr>
            <a:r>
              <a:rPr lang="en-US" sz="1600" b="1" dirty="0">
                <a:highlight>
                  <a:srgbClr val="FFFF00"/>
                </a:highlight>
              </a:rPr>
              <a:t>Query Optimizer:</a:t>
            </a:r>
            <a:r>
              <a:rPr lang="en-US" sz="1600" dirty="0">
                <a:highlight>
                  <a:srgbClr val="FFFF00"/>
                </a:highlight>
              </a:rPr>
              <a:t> </a:t>
            </a:r>
          </a:p>
          <a:p>
            <a:pPr marL="0" indent="0">
              <a:buNone/>
            </a:pPr>
            <a:r>
              <a:rPr lang="en-US" sz="1600" dirty="0"/>
              <a:t>Analyzes the query tree and determines the most efficient way to execute the query, generating an execution plan. It considers factors like available indexes, table statistics, and estimated costs of different operations.</a:t>
            </a:r>
          </a:p>
          <a:p>
            <a:pPr marL="0" indent="0">
              <a:buNone/>
            </a:pPr>
            <a:endParaRPr lang="en-US" sz="1600" b="1" dirty="0"/>
          </a:p>
          <a:p>
            <a:pPr marL="0" indent="0">
              <a:buNone/>
            </a:pPr>
            <a:r>
              <a:rPr lang="en-US" sz="1600" b="1" dirty="0">
                <a:highlight>
                  <a:srgbClr val="FFFF00"/>
                </a:highlight>
              </a:rPr>
              <a:t>Query Executor:</a:t>
            </a:r>
            <a:r>
              <a:rPr lang="en-US" sz="1600" dirty="0">
                <a:highlight>
                  <a:srgbClr val="FFFF00"/>
                </a:highlight>
              </a:rPr>
              <a:t> </a:t>
            </a:r>
          </a:p>
          <a:p>
            <a:pPr marL="0" indent="0">
              <a:buNone/>
            </a:pPr>
            <a:r>
              <a:rPr lang="en-US" sz="1600" dirty="0"/>
              <a:t>Executes the optimized query plan, coordinating with the Storage Engine to retrieve or modify data.</a:t>
            </a:r>
          </a:p>
          <a:p>
            <a:pPr marL="0" indent="0">
              <a:buNone/>
            </a:pPr>
            <a:endParaRPr lang="en-US" sz="1600" b="1" dirty="0"/>
          </a:p>
          <a:p>
            <a:pPr marL="0" indent="0">
              <a:buNone/>
            </a:pPr>
            <a:r>
              <a:rPr lang="en-US" sz="1600" b="1" dirty="0">
                <a:highlight>
                  <a:srgbClr val="FFFF00"/>
                </a:highlight>
              </a:rPr>
              <a:t>Plan Cache:</a:t>
            </a:r>
            <a:r>
              <a:rPr lang="en-US" sz="1600" dirty="0">
                <a:highlight>
                  <a:srgbClr val="FFFF00"/>
                </a:highlight>
              </a:rPr>
              <a:t> </a:t>
            </a:r>
          </a:p>
          <a:p>
            <a:r>
              <a:rPr lang="en-US" sz="1600" dirty="0"/>
              <a:t>Stores previously generated execution plans to avoid re-optimization for frequently executed queries.</a:t>
            </a:r>
          </a:p>
          <a:p>
            <a:endParaRPr lang="en-IN" sz="1400" dirty="0"/>
          </a:p>
        </p:txBody>
      </p:sp>
    </p:spTree>
    <p:extLst>
      <p:ext uri="{BB962C8B-B14F-4D97-AF65-F5344CB8AC3E}">
        <p14:creationId xmlns:p14="http://schemas.microsoft.com/office/powerpoint/2010/main" val="620059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D3C73-6C69-6DE0-68B0-161A49B8257D}"/>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rPr>
              <a:t>Storage Engine</a:t>
            </a:r>
            <a:endParaRPr lang="en-IN" sz="4000">
              <a:solidFill>
                <a:srgbClr val="FFFFFF"/>
              </a:solidFill>
            </a:endParaRPr>
          </a:p>
        </p:txBody>
      </p:sp>
      <p:sp>
        <p:nvSpPr>
          <p:cNvPr id="3" name="Content Placeholder 2">
            <a:extLst>
              <a:ext uri="{FF2B5EF4-FFF2-40B4-BE49-F238E27FC236}">
                <a16:creationId xmlns:a16="http://schemas.microsoft.com/office/drawing/2014/main" id="{ABABD795-FA57-1503-AD25-AF2924E09A20}"/>
              </a:ext>
            </a:extLst>
          </p:cNvPr>
          <p:cNvSpPr>
            <a:spLocks noGrp="1"/>
          </p:cNvSpPr>
          <p:nvPr>
            <p:ph idx="1"/>
          </p:nvPr>
        </p:nvSpPr>
        <p:spPr>
          <a:xfrm>
            <a:off x="4504549" y="299678"/>
            <a:ext cx="7520964" cy="6331644"/>
          </a:xfrm>
        </p:spPr>
        <p:txBody>
          <a:bodyPr anchor="ctr">
            <a:normAutofit/>
          </a:bodyPr>
          <a:lstStyle/>
          <a:p>
            <a:r>
              <a:rPr lang="en-US" sz="1700" dirty="0"/>
              <a:t>This component manages data storage and retrieval. Its key sub-components are:</a:t>
            </a:r>
          </a:p>
          <a:p>
            <a:pPr marL="0" indent="0">
              <a:buNone/>
            </a:pPr>
            <a:endParaRPr lang="en-US" sz="1700" b="1" dirty="0"/>
          </a:p>
          <a:p>
            <a:pPr marL="0" indent="0">
              <a:buNone/>
            </a:pPr>
            <a:r>
              <a:rPr lang="en-US" sz="1700" b="1" dirty="0">
                <a:highlight>
                  <a:srgbClr val="FFFF00"/>
                </a:highlight>
              </a:rPr>
              <a:t>Access Methods</a:t>
            </a:r>
            <a:endParaRPr lang="en-US" sz="1700" dirty="0">
              <a:highlight>
                <a:srgbClr val="FFFF00"/>
              </a:highlight>
            </a:endParaRPr>
          </a:p>
          <a:p>
            <a:r>
              <a:rPr lang="en-US" sz="1700" dirty="0"/>
              <a:t>Provides an interface between the Relational Engine and the data storage, facilitating operations like data retrieval, insertion, update, and deletion.</a:t>
            </a:r>
          </a:p>
          <a:p>
            <a:pPr marL="0" indent="0">
              <a:buNone/>
            </a:pPr>
            <a:r>
              <a:rPr lang="en-US" sz="1700" b="1" dirty="0">
                <a:highlight>
                  <a:srgbClr val="FFFF00"/>
                </a:highlight>
              </a:rPr>
              <a:t>Buffer Manager</a:t>
            </a:r>
            <a:endParaRPr lang="en-US" sz="1700" dirty="0">
              <a:highlight>
                <a:srgbClr val="FFFF00"/>
              </a:highlight>
            </a:endParaRPr>
          </a:p>
          <a:p>
            <a:r>
              <a:rPr lang="en-US" sz="1700" dirty="0"/>
              <a:t>Manages the data pages in memory (buffer pool) to minimize disk I/O. It retrieves data pages from disk into the buffer pool and writes modified pages back to disk.</a:t>
            </a:r>
          </a:p>
          <a:p>
            <a:pPr marL="0" indent="0">
              <a:buNone/>
            </a:pPr>
            <a:r>
              <a:rPr lang="en-US" sz="1700" b="1" dirty="0">
                <a:highlight>
                  <a:srgbClr val="FFFF00"/>
                </a:highlight>
              </a:rPr>
              <a:t>Transaction Manager</a:t>
            </a:r>
            <a:endParaRPr lang="en-US" sz="1700" dirty="0">
              <a:highlight>
                <a:srgbClr val="FFFF00"/>
              </a:highlight>
            </a:endParaRPr>
          </a:p>
          <a:p>
            <a:r>
              <a:rPr lang="en-US" sz="1700" dirty="0"/>
              <a:t>Ensures data integrity and consistency by handling transactions, including logging changes, managing locks, and ensuring atomicity, consistency, isolation, and durability (ACID properties).</a:t>
            </a:r>
          </a:p>
          <a:p>
            <a:pPr marL="0" indent="0">
              <a:buNone/>
            </a:pPr>
            <a:r>
              <a:rPr lang="en-US" sz="1700" b="1" dirty="0">
                <a:highlight>
                  <a:srgbClr val="FFFF00"/>
                </a:highlight>
              </a:rPr>
              <a:t>File Manager</a:t>
            </a:r>
            <a:endParaRPr lang="en-US" sz="1700" dirty="0">
              <a:highlight>
                <a:srgbClr val="FFFF00"/>
              </a:highlight>
            </a:endParaRPr>
          </a:p>
          <a:p>
            <a:r>
              <a:rPr lang="en-US" sz="1700" dirty="0"/>
              <a:t>Manages the physical database files, including primary data files (.</a:t>
            </a:r>
            <a:r>
              <a:rPr lang="en-US" sz="1700" dirty="0" err="1"/>
              <a:t>mdf</a:t>
            </a:r>
            <a:r>
              <a:rPr lang="en-US" sz="1700" dirty="0"/>
              <a:t>), secondary data files (.</a:t>
            </a:r>
            <a:r>
              <a:rPr lang="en-US" sz="1700" dirty="0" err="1"/>
              <a:t>ndf</a:t>
            </a:r>
            <a:r>
              <a:rPr lang="en-US" sz="1700" dirty="0"/>
              <a:t>), and transaction log files (.</a:t>
            </a:r>
            <a:r>
              <a:rPr lang="en-US" sz="1700" dirty="0" err="1"/>
              <a:t>ldf</a:t>
            </a:r>
            <a:r>
              <a:rPr lang="en-US" sz="1700" dirty="0"/>
              <a:t>).</a:t>
            </a:r>
          </a:p>
          <a:p>
            <a:endParaRPr lang="en-IN" sz="1700" dirty="0"/>
          </a:p>
        </p:txBody>
      </p:sp>
    </p:spTree>
    <p:extLst>
      <p:ext uri="{BB962C8B-B14F-4D97-AF65-F5344CB8AC3E}">
        <p14:creationId xmlns:p14="http://schemas.microsoft.com/office/powerpoint/2010/main" val="3962401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6A8AEE-7CC4-60D5-5E4F-CF1CDE90D07C}"/>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Simplified Flow of a Query</a:t>
            </a:r>
            <a:endParaRPr lang="en-IN" sz="4000">
              <a:solidFill>
                <a:srgbClr val="FFFFFF"/>
              </a:solidFill>
            </a:endParaRPr>
          </a:p>
        </p:txBody>
      </p:sp>
      <p:sp>
        <p:nvSpPr>
          <p:cNvPr id="3" name="Content Placeholder 2">
            <a:extLst>
              <a:ext uri="{FF2B5EF4-FFF2-40B4-BE49-F238E27FC236}">
                <a16:creationId xmlns:a16="http://schemas.microsoft.com/office/drawing/2014/main" id="{620DCDB1-3223-B221-C09C-E705AA52683A}"/>
              </a:ext>
            </a:extLst>
          </p:cNvPr>
          <p:cNvSpPr>
            <a:spLocks noGrp="1"/>
          </p:cNvSpPr>
          <p:nvPr>
            <p:ph idx="1"/>
          </p:nvPr>
        </p:nvSpPr>
        <p:spPr>
          <a:xfrm>
            <a:off x="4810259" y="649480"/>
            <a:ext cx="6555347" cy="5546047"/>
          </a:xfrm>
        </p:spPr>
        <p:txBody>
          <a:bodyPr anchor="ctr">
            <a:normAutofit/>
          </a:bodyPr>
          <a:lstStyle/>
          <a:p>
            <a:r>
              <a:rPr lang="en-US" sz="2000" dirty="0"/>
              <a:t>A client sends a SQL query to the SQL Server via the Protocol Layer.</a:t>
            </a:r>
          </a:p>
          <a:p>
            <a:r>
              <a:rPr lang="en-US" sz="2000" dirty="0"/>
              <a:t>The Relational Engine's Command Parser validates the syntax and creates a query tree.</a:t>
            </a:r>
          </a:p>
          <a:p>
            <a:r>
              <a:rPr lang="en-US" sz="2000" dirty="0"/>
              <a:t>The Query Optimizer generates an efficient execution plan, potentially reusing a plan from the Plan Cache.</a:t>
            </a:r>
          </a:p>
          <a:p>
            <a:r>
              <a:rPr lang="en-US" sz="2000" dirty="0"/>
              <a:t>The Query Executor in the Relational Engine requests data from the Storage Engine.</a:t>
            </a:r>
          </a:p>
          <a:p>
            <a:r>
              <a:rPr lang="en-US" sz="2000" dirty="0"/>
              <a:t>The Storage Engine's Access Methods retrieve or modify data, utilizing the Buffer Manager and Transaction Manager for efficient and consistent data handling.</a:t>
            </a:r>
          </a:p>
          <a:p>
            <a:r>
              <a:rPr lang="en-US" sz="2000" dirty="0"/>
              <a:t>The results are then passed back through the Protocol Layer to the client.</a:t>
            </a:r>
          </a:p>
          <a:p>
            <a:endParaRPr lang="en-IN" sz="2000" dirty="0"/>
          </a:p>
        </p:txBody>
      </p:sp>
    </p:spTree>
    <p:extLst>
      <p:ext uri="{BB962C8B-B14F-4D97-AF65-F5344CB8AC3E}">
        <p14:creationId xmlns:p14="http://schemas.microsoft.com/office/powerpoint/2010/main" val="2792982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Sql Server Arhitecture. SQL Server architecture refers to ...">
            <a:extLst>
              <a:ext uri="{FF2B5EF4-FFF2-40B4-BE49-F238E27FC236}">
                <a16:creationId xmlns:a16="http://schemas.microsoft.com/office/drawing/2014/main" id="{A59D6502-F18F-F435-9734-EE87B85959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898007" y="112995"/>
            <a:ext cx="8395985" cy="6632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52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Rectangle 3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E4869-47AF-E754-8AAA-55338C689FB6}"/>
              </a:ext>
            </a:extLst>
          </p:cNvPr>
          <p:cNvSpPr>
            <a:spLocks noGrp="1"/>
          </p:cNvSpPr>
          <p:nvPr>
            <p:ph type="title"/>
          </p:nvPr>
        </p:nvSpPr>
        <p:spPr>
          <a:xfrm>
            <a:off x="466722" y="586855"/>
            <a:ext cx="3201366" cy="3387497"/>
          </a:xfrm>
        </p:spPr>
        <p:txBody>
          <a:bodyPr anchor="b">
            <a:normAutofit/>
          </a:bodyPr>
          <a:lstStyle/>
          <a:p>
            <a:pPr algn="r"/>
            <a:r>
              <a:rPr lang="en-IN" sz="4000" b="1" dirty="0">
                <a:solidFill>
                  <a:srgbClr val="FFFFFF"/>
                </a:solidFill>
              </a:rPr>
              <a:t> </a:t>
            </a:r>
            <a:br>
              <a:rPr lang="en-IN" sz="4000" b="1" dirty="0">
                <a:solidFill>
                  <a:srgbClr val="FFFFFF"/>
                </a:solidFill>
              </a:rPr>
            </a:br>
            <a:br>
              <a:rPr lang="en-IN" sz="4000" b="1" dirty="0">
                <a:solidFill>
                  <a:srgbClr val="FFFFFF"/>
                </a:solidFill>
              </a:rPr>
            </a:br>
            <a:br>
              <a:rPr lang="en-IN" sz="4000" b="1" dirty="0">
                <a:solidFill>
                  <a:srgbClr val="FFFFFF"/>
                </a:solidFill>
              </a:rPr>
            </a:br>
            <a:br>
              <a:rPr lang="en-IN" sz="4000" b="1" dirty="0">
                <a:solidFill>
                  <a:srgbClr val="FFFFFF"/>
                </a:solidFill>
              </a:rPr>
            </a:br>
            <a:br>
              <a:rPr lang="en-IN" sz="4000" b="1" dirty="0">
                <a:solidFill>
                  <a:srgbClr val="FFFFFF"/>
                </a:solidFill>
              </a:rPr>
            </a:br>
            <a:r>
              <a:rPr lang="en-IN" sz="4000" b="1" dirty="0">
                <a:solidFill>
                  <a:srgbClr val="FFFFFF"/>
                </a:solidFill>
              </a:rPr>
              <a:t>SQL OS</a:t>
            </a:r>
            <a:endParaRPr lang="en-IN" sz="4000" dirty="0">
              <a:solidFill>
                <a:srgbClr val="FFFFFF"/>
              </a:solidFill>
            </a:endParaRPr>
          </a:p>
        </p:txBody>
      </p:sp>
      <p:sp>
        <p:nvSpPr>
          <p:cNvPr id="21" name="Content Placeholder 2">
            <a:extLst>
              <a:ext uri="{FF2B5EF4-FFF2-40B4-BE49-F238E27FC236}">
                <a16:creationId xmlns:a16="http://schemas.microsoft.com/office/drawing/2014/main" id="{8E87AF84-6D11-9678-735B-6E774750EA76}"/>
              </a:ext>
            </a:extLst>
          </p:cNvPr>
          <p:cNvSpPr>
            <a:spLocks noGrp="1"/>
          </p:cNvSpPr>
          <p:nvPr>
            <p:ph idx="1"/>
          </p:nvPr>
        </p:nvSpPr>
        <p:spPr>
          <a:xfrm>
            <a:off x="4810259" y="649480"/>
            <a:ext cx="6555347" cy="5546047"/>
          </a:xfrm>
        </p:spPr>
        <p:txBody>
          <a:bodyPr anchor="ctr">
            <a:normAutofit/>
          </a:bodyPr>
          <a:lstStyle/>
          <a:p>
            <a:r>
              <a:rPr lang="en-US" sz="2000" dirty="0"/>
              <a:t>This internal layer, though not always explicitly diagrammed as a separate top-level component, acts as a mini-operating system for SQL Server. </a:t>
            </a:r>
          </a:p>
          <a:p>
            <a:r>
              <a:rPr lang="en-US" sz="2000" dirty="0"/>
              <a:t>It handles low-level tasks such as </a:t>
            </a:r>
          </a:p>
          <a:p>
            <a:pPr lvl="1"/>
            <a:r>
              <a:rPr lang="en-US" sz="2000" dirty="0"/>
              <a:t>Thread scheduling</a:t>
            </a:r>
          </a:p>
          <a:p>
            <a:pPr lvl="1"/>
            <a:r>
              <a:rPr lang="en-US" sz="2000" dirty="0"/>
              <a:t> memory management</a:t>
            </a:r>
          </a:p>
          <a:p>
            <a:pPr lvl="1"/>
            <a:r>
              <a:rPr lang="en-US" sz="2000" dirty="0"/>
              <a:t>I/O management</a:t>
            </a:r>
          </a:p>
          <a:p>
            <a:pPr marL="0" indent="0">
              <a:buNone/>
            </a:pPr>
            <a:r>
              <a:rPr lang="en-US" sz="2000" dirty="0"/>
              <a:t>acting as an abstraction layer between the SQL Server engine and the actual host operating system</a:t>
            </a:r>
            <a:endParaRPr lang="en-IN" sz="2000" dirty="0"/>
          </a:p>
        </p:txBody>
      </p:sp>
    </p:spTree>
    <p:extLst>
      <p:ext uri="{BB962C8B-B14F-4D97-AF65-F5344CB8AC3E}">
        <p14:creationId xmlns:p14="http://schemas.microsoft.com/office/powerpoint/2010/main" val="2433654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4105" y="802955"/>
            <a:ext cx="4977976" cy="1454051"/>
          </a:xfrm>
        </p:spPr>
        <p:txBody>
          <a:bodyPr>
            <a:normAutofit/>
          </a:bodyPr>
          <a:lstStyle/>
          <a:p>
            <a:r>
              <a:rPr lang="en-IN" sz="3600">
                <a:solidFill>
                  <a:schemeClr val="tx2"/>
                </a:solidFill>
              </a:rPr>
              <a:t>Monitoring &amp; Performance</a:t>
            </a:r>
          </a:p>
        </p:txBody>
      </p:sp>
      <p:pic>
        <p:nvPicPr>
          <p:cNvPr id="7" name="Graphic 6" descr="Gauge">
            <a:extLst>
              <a:ext uri="{FF2B5EF4-FFF2-40B4-BE49-F238E27FC236}">
                <a16:creationId xmlns:a16="http://schemas.microsoft.com/office/drawing/2014/main" id="{EA87F86E-1CCC-9CA7-5EF1-DBEDB6FD84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p:cNvSpPr>
            <a:spLocks noGrp="1"/>
          </p:cNvSpPr>
          <p:nvPr>
            <p:ph idx="1"/>
          </p:nvPr>
        </p:nvSpPr>
        <p:spPr>
          <a:xfrm>
            <a:off x="6090574" y="2105426"/>
            <a:ext cx="5811994" cy="3955546"/>
          </a:xfrm>
        </p:spPr>
        <p:txBody>
          <a:bodyPr anchor="ctr">
            <a:normAutofit/>
          </a:bodyPr>
          <a:lstStyle/>
          <a:p>
            <a:endParaRPr lang="en-US" dirty="0">
              <a:solidFill>
                <a:schemeClr val="tx2"/>
              </a:solidFill>
            </a:endParaRPr>
          </a:p>
          <a:p>
            <a:pPr lvl="1"/>
            <a:r>
              <a:rPr lang="en-US" sz="2800" dirty="0">
                <a:solidFill>
                  <a:schemeClr val="tx2"/>
                </a:solidFill>
              </a:rPr>
              <a:t>Dynamic Management Views (DMVs)</a:t>
            </a:r>
          </a:p>
          <a:p>
            <a:pPr lvl="1"/>
            <a:r>
              <a:rPr lang="en-US" sz="2800" dirty="0">
                <a:solidFill>
                  <a:schemeClr val="tx2"/>
                </a:solidFill>
              </a:rPr>
              <a:t>Wait Statistics</a:t>
            </a:r>
          </a:p>
          <a:p>
            <a:pPr lvl="1"/>
            <a:r>
              <a:rPr lang="en-US" sz="2800" dirty="0">
                <a:solidFill>
                  <a:schemeClr val="tx2"/>
                </a:solidFill>
              </a:rPr>
              <a:t>Query Store</a:t>
            </a:r>
          </a:p>
          <a:p>
            <a:pPr lvl="1"/>
            <a:r>
              <a:rPr lang="en-US" sz="2800" dirty="0">
                <a:solidFill>
                  <a:schemeClr val="tx2"/>
                </a:solidFill>
              </a:rPr>
              <a:t>Performance Monitor (</a:t>
            </a:r>
            <a:r>
              <a:rPr lang="en-US" sz="2800" dirty="0" err="1">
                <a:solidFill>
                  <a:schemeClr val="tx2"/>
                </a:solidFill>
              </a:rPr>
              <a:t>PerfMon</a:t>
            </a:r>
            <a:r>
              <a:rPr lang="en-US" sz="2800" dirty="0">
                <a:solidFill>
                  <a:schemeClr val="tx2"/>
                </a:solidFill>
              </a:rPr>
              <a:t>)</a:t>
            </a:r>
          </a:p>
          <a:p>
            <a:pPr lvl="1"/>
            <a:r>
              <a:rPr lang="en-US" sz="2800" dirty="0">
                <a:solidFill>
                  <a:schemeClr val="tx2"/>
                </a:solidFill>
              </a:rPr>
              <a:t>Extended Events for diagnostics</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SQL Server Health</a:t>
            </a:r>
          </a:p>
        </p:txBody>
      </p:sp>
      <p:graphicFrame>
        <p:nvGraphicFramePr>
          <p:cNvPr id="5" name="Content Placeholder 2">
            <a:extLst>
              <a:ext uri="{FF2B5EF4-FFF2-40B4-BE49-F238E27FC236}">
                <a16:creationId xmlns:a16="http://schemas.microsoft.com/office/drawing/2014/main" id="{96639005-8637-99CF-D6AB-945BFA9583B0}"/>
              </a:ext>
            </a:extLst>
          </p:cNvPr>
          <p:cNvGraphicFramePr>
            <a:graphicFrameLocks noGrp="1"/>
          </p:cNvGraphicFramePr>
          <p:nvPr>
            <p:ph idx="1"/>
            <p:extLst>
              <p:ext uri="{D42A27DB-BD31-4B8C-83A1-F6EECF244321}">
                <p14:modId xmlns:p14="http://schemas.microsoft.com/office/powerpoint/2010/main" val="23646299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0" y="762001"/>
            <a:ext cx="5334197" cy="1708242"/>
          </a:xfrm>
        </p:spPr>
        <p:txBody>
          <a:bodyPr anchor="ctr">
            <a:normAutofit/>
          </a:bodyPr>
          <a:lstStyle/>
          <a:p>
            <a:r>
              <a:rPr lang="en-IN" sz="4000"/>
              <a:t>SQL Server Internals Deep Dive</a:t>
            </a:r>
          </a:p>
        </p:txBody>
      </p:sp>
      <p:sp>
        <p:nvSpPr>
          <p:cNvPr id="3" name="Content Placeholder 2"/>
          <p:cNvSpPr>
            <a:spLocks noGrp="1"/>
          </p:cNvSpPr>
          <p:nvPr>
            <p:ph idx="1"/>
          </p:nvPr>
        </p:nvSpPr>
        <p:spPr>
          <a:xfrm>
            <a:off x="761799" y="2322148"/>
            <a:ext cx="5500688" cy="3894235"/>
          </a:xfrm>
        </p:spPr>
        <p:txBody>
          <a:bodyPr anchor="ctr">
            <a:normAutofit/>
          </a:bodyPr>
          <a:lstStyle/>
          <a:p>
            <a:endParaRPr lang="en-IN" sz="2000" dirty="0"/>
          </a:p>
          <a:p>
            <a:pPr lvl="1"/>
            <a:r>
              <a:rPr lang="en-IN" sz="2000" dirty="0"/>
              <a:t>Lock Manager &amp; Concurrency</a:t>
            </a:r>
          </a:p>
          <a:p>
            <a:pPr lvl="1"/>
            <a:r>
              <a:rPr lang="en-IN" sz="2000" dirty="0"/>
              <a:t>Transaction Log Internals</a:t>
            </a:r>
          </a:p>
          <a:p>
            <a:pPr lvl="1"/>
            <a:r>
              <a:rPr lang="en-IN" sz="2000" dirty="0" err="1"/>
              <a:t>TempDB</a:t>
            </a:r>
            <a:r>
              <a:rPr lang="en-IN" sz="2000" dirty="0"/>
              <a:t> Architecture</a:t>
            </a:r>
          </a:p>
          <a:p>
            <a:pPr lvl="1"/>
            <a:r>
              <a:rPr lang="en-IN" sz="2000" dirty="0" err="1"/>
              <a:t>Columnstore</a:t>
            </a:r>
            <a:r>
              <a:rPr lang="en-IN" sz="2000" dirty="0"/>
              <a:t> vs </a:t>
            </a:r>
            <a:r>
              <a:rPr lang="en-IN" sz="2000" dirty="0" err="1"/>
              <a:t>Rowstore</a:t>
            </a:r>
            <a:endParaRPr lang="en-IN" sz="2000" dirty="0"/>
          </a:p>
          <a:p>
            <a:pPr lvl="1"/>
            <a:r>
              <a:rPr lang="en-IN" sz="2000" dirty="0"/>
              <a:t>Storage Engine Internals</a:t>
            </a:r>
          </a:p>
        </p:txBody>
      </p:sp>
      <p:pic>
        <p:nvPicPr>
          <p:cNvPr id="5" name="Picture 4">
            <a:extLst>
              <a:ext uri="{FF2B5EF4-FFF2-40B4-BE49-F238E27FC236}">
                <a16:creationId xmlns:a16="http://schemas.microsoft.com/office/drawing/2014/main" id="{826E9CC9-5505-7128-D4DA-92EDCA8B918B}"/>
              </a:ext>
            </a:extLst>
          </p:cNvPr>
          <p:cNvPicPr>
            <a:picLocks noChangeAspect="1"/>
          </p:cNvPicPr>
          <p:nvPr/>
        </p:nvPicPr>
        <p:blipFill>
          <a:blip r:embed="rId2"/>
          <a:srcRect l="2579" r="53738"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583</Words>
  <Application>Microsoft Office PowerPoint</Application>
  <PresentationFormat>Widescreen</PresentationFormat>
  <Paragraphs>75</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SQL Server Architecture</vt:lpstr>
      <vt:lpstr>Brief</vt:lpstr>
      <vt:lpstr>Protocol Layer</vt:lpstr>
      <vt:lpstr>Relational Engine (Query Processor)</vt:lpstr>
      <vt:lpstr>Storage Engine</vt:lpstr>
      <vt:lpstr>Simplified Flow of a Query</vt:lpstr>
      <vt:lpstr>PowerPoint Presentation</vt:lpstr>
      <vt:lpstr>      SQL OS</vt:lpstr>
      <vt:lpstr>Monitoring &amp; Performance</vt:lpstr>
      <vt:lpstr>SQL Server Health</vt:lpstr>
      <vt:lpstr>SQL Server Internals Deep Dive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Shah</dc:creator>
  <cp:lastModifiedBy>Nikhil Shah</cp:lastModifiedBy>
  <cp:revision>5</cp:revision>
  <dcterms:created xsi:type="dcterms:W3CDTF">2025-11-14T02:29:22Z</dcterms:created>
  <dcterms:modified xsi:type="dcterms:W3CDTF">2025-11-14T05:50:46Z</dcterms:modified>
</cp:coreProperties>
</file>