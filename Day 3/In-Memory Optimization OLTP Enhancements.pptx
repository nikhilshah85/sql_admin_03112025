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5.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6.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7.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8.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theme/theme9.xml" ContentType="application/vnd.openxmlformats-officedocument.theme+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theme/theme10.xml" ContentType="application/vnd.openxmlformats-officedocument.theme+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theme/theme11.xml" ContentType="application/vnd.openxmlformats-officedocument.theme+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082" r:id="rId4"/>
    <p:sldMasterId id="2147484187" r:id="rId5"/>
    <p:sldMasterId id="2147484530" r:id="rId6"/>
    <p:sldMasterId id="2147484215" r:id="rId7"/>
    <p:sldMasterId id="2147484243" r:id="rId8"/>
    <p:sldMasterId id="2147484349" r:id="rId9"/>
    <p:sldMasterId id="2147484404" r:id="rId10"/>
    <p:sldMasterId id="2147484424" r:id="rId11"/>
    <p:sldMasterId id="2147484443" r:id="rId12"/>
    <p:sldMasterId id="2147484462" r:id="rId13"/>
    <p:sldMasterId id="2147484481" r:id="rId14"/>
    <p:sldMasterId id="2147484500" r:id="rId15"/>
  </p:sldMasterIdLst>
  <p:notesMasterIdLst>
    <p:notesMasterId r:id="rId38"/>
  </p:notesMasterIdLst>
  <p:handoutMasterIdLst>
    <p:handoutMasterId r:id="rId39"/>
  </p:handoutMasterIdLst>
  <p:sldIdLst>
    <p:sldId id="542" r:id="rId16"/>
    <p:sldId id="543" r:id="rId17"/>
    <p:sldId id="535" r:id="rId18"/>
    <p:sldId id="528" r:id="rId19"/>
    <p:sldId id="404" r:id="rId20"/>
    <p:sldId id="527" r:id="rId21"/>
    <p:sldId id="529" r:id="rId22"/>
    <p:sldId id="531" r:id="rId23"/>
    <p:sldId id="536" r:id="rId24"/>
    <p:sldId id="532" r:id="rId25"/>
    <p:sldId id="533" r:id="rId26"/>
    <p:sldId id="534" r:id="rId27"/>
    <p:sldId id="522" r:id="rId28"/>
    <p:sldId id="523" r:id="rId29"/>
    <p:sldId id="524" r:id="rId30"/>
    <p:sldId id="530" r:id="rId31"/>
    <p:sldId id="541" r:id="rId32"/>
    <p:sldId id="537" r:id="rId33"/>
    <p:sldId id="517" r:id="rId34"/>
    <p:sldId id="505" r:id="rId35"/>
    <p:sldId id="544" r:id="rId36"/>
    <p:sldId id="539" r:id="rId37"/>
  </p:sldIdLst>
  <p:sldSz cx="12436475" cy="6994525"/>
  <p:notesSz cx="6858000" cy="9144000"/>
  <p:embeddedFontLst>
    <p:embeddedFont>
      <p:font typeface="Wingdings 3" panose="05040102010807070707" pitchFamily="18" charset="2"/>
      <p:regular r:id="rId40"/>
    </p:embeddedFont>
    <p:embeddedFont>
      <p:font typeface="Segoe UI Semibold" panose="020B0702040204020203" pitchFamily="34" charset="0"/>
      <p:bold r:id="rId41"/>
      <p:boldItalic r:id="rId42"/>
    </p:embeddedFont>
    <p:embeddedFont>
      <p:font typeface="MS PGothic" panose="020B0600070205080204" pitchFamily="34" charset="-128"/>
      <p:regular r:id="rId43"/>
    </p:embeddedFont>
    <p:embeddedFont>
      <p:font typeface="Segoe Pro Light" panose="020B0604020202020204" charset="0"/>
      <p:regular r:id="rId44"/>
      <p:italic r:id="rId45"/>
    </p:embeddedFont>
    <p:embeddedFont>
      <p:font typeface="Segoe UI" panose="020B0502040204020203" pitchFamily="34" charset="0"/>
      <p:regular r:id="rId46"/>
      <p:bold r:id="rId47"/>
      <p:italic r:id="rId48"/>
      <p:boldItalic r:id="rId49"/>
    </p:embeddedFont>
    <p:embeddedFont>
      <p:font typeface="Consolas" panose="020B0609020204030204" pitchFamily="49" charset="0"/>
      <p:regular r:id="rId50"/>
      <p:bold r:id="rId51"/>
      <p:italic r:id="rId52"/>
      <p:boldItalic r:id="rId53"/>
    </p:embeddedFont>
    <p:embeddedFont>
      <p:font typeface="Segoe Pro" panose="020B0604020202020204" charset="0"/>
      <p:regular r:id="rId54"/>
      <p:bold r:id="rId55"/>
      <p:italic r:id="rId56"/>
      <p:boldItalic r:id="rId57"/>
    </p:embeddedFont>
    <p:embeddedFont>
      <p:font typeface="Segoe UI Light" panose="020B0502040204020203" pitchFamily="34" charset="0"/>
      <p:regular r:id="rId58"/>
      <p:italic r:id="rId59"/>
    </p:embeddedFont>
  </p:embeddedFontLst>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BF07836-2AEB-4C93-8E55-B63333D0FD4D}">
          <p14:sldIdLst>
            <p14:sldId id="542"/>
            <p14:sldId id="543"/>
          </p14:sldIdLst>
        </p14:section>
        <p14:section name="Overview of In-Memory OLTP" id="{4A6B6A02-5C70-4CEC-8E80-8A195757E714}">
          <p14:sldIdLst>
            <p14:sldId id="535"/>
            <p14:sldId id="528"/>
            <p14:sldId id="404"/>
            <p14:sldId id="527"/>
            <p14:sldId id="529"/>
            <p14:sldId id="531"/>
          </p14:sldIdLst>
        </p14:section>
        <p14:section name="Enhancements to In-Memory OLTP" id="{52669364-E6E6-4754-B6B7-94B50B286451}">
          <p14:sldIdLst>
            <p14:sldId id="536"/>
            <p14:sldId id="532"/>
            <p14:sldId id="533"/>
            <p14:sldId id="534"/>
            <p14:sldId id="522"/>
            <p14:sldId id="523"/>
            <p14:sldId id="524"/>
            <p14:sldId id="530"/>
            <p14:sldId id="541"/>
          </p14:sldIdLst>
        </p14:section>
        <p14:section name="Benefits and best practices" id="{2689E203-CE4D-49D8-BBBA-A791829E9E64}">
          <p14:sldIdLst>
            <p14:sldId id="537"/>
            <p14:sldId id="517"/>
            <p14:sldId id="505"/>
          </p14:sldIdLst>
        </p14:section>
        <p14:section name="Hands-on Lab" id="{EAD78EF7-1A05-4F97-9D7D-94632317D456}">
          <p14:sldIdLst>
            <p14:sldId id="544"/>
          </p14:sldIdLst>
        </p14:section>
        <p14:section name="Conclusion" id="{81153A64-C58A-4002-BECD-8EE995CE4D3B}">
          <p14:sldIdLst>
            <p14:sldId id="53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7" name="Sunil Agarwal" initials="SA" lastIdx="3" clrIdx="7">
    <p:extLst>
      <p:ext uri="{19B8F6BF-5375-455C-9EA6-DF929625EA0E}">
        <p15:presenceInfo xmlns:p15="http://schemas.microsoft.com/office/powerpoint/2012/main" userId="S-1-5-21-2127521184-1604012920-1887927527-1332566" providerId="AD"/>
      </p:ext>
    </p:extLst>
  </p:cmAuthor>
  <p:cmAuthor id="1" name="Mary Feil-Jacobs" initials="MFJ" lastIdx="43" clrIdx="1"/>
  <p:cmAuthor id="2" name="John Higuera (Simplicity Consulting Inc)" initials="JH(CI" lastIdx="5" clrIdx="2">
    <p:extLst>
      <p:ext uri="{19B8F6BF-5375-455C-9EA6-DF929625EA0E}">
        <p15:presenceInfo xmlns:p15="http://schemas.microsoft.com/office/powerpoint/2012/main" userId="S-1-5-21-2127521184-1604012920-1887927527-11457299" providerId="AD"/>
      </p:ext>
    </p:extLst>
  </p:cmAuthor>
  <p:cmAuthor id="3" name="Author" initials="A" lastIdx="524" clrIdx="3"/>
  <p:cmAuthor id="4" name="Badal Bordia" initials="BB" lastIdx="34" clrIdx="4">
    <p:extLst>
      <p:ext uri="{19B8F6BF-5375-455C-9EA6-DF929625EA0E}">
        <p15:presenceInfo xmlns:p15="http://schemas.microsoft.com/office/powerpoint/2012/main" userId="S-1-5-21-1610812990-1533591103-3379555260-1209" providerId="AD"/>
      </p:ext>
    </p:extLst>
  </p:cmAuthor>
  <p:cmAuthor id="5" name="Jessica Tjhin Southworth" initials="JTS" lastIdx="7" clrIdx="5">
    <p:extLst>
      <p:ext uri="{19B8F6BF-5375-455C-9EA6-DF929625EA0E}">
        <p15:presenceInfo xmlns:p15="http://schemas.microsoft.com/office/powerpoint/2012/main" userId="46aaeb08f77f2ec7" providerId="Windows Live"/>
      </p:ext>
    </p:extLst>
  </p:cmAuthor>
  <p:cmAuthor id="6" name="Ben Sampson" initials="BS" lastIdx="6" clrIdx="6">
    <p:extLst>
      <p:ext uri="{19B8F6BF-5375-455C-9EA6-DF929625EA0E}">
        <p15:presenceInfo xmlns:p15="http://schemas.microsoft.com/office/powerpoint/2012/main" userId="S-1-5-21-3649012876-1825867495-937646333-52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050"/>
    <a:srgbClr val="FFFFFF"/>
    <a:srgbClr val="000000"/>
    <a:srgbClr val="008272"/>
    <a:srgbClr val="BA141A"/>
    <a:srgbClr val="68217A"/>
    <a:srgbClr val="90217A"/>
    <a:srgbClr val="442359"/>
    <a:srgbClr val="DC3C00"/>
    <a:srgbClr val="FF8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13" autoAdjust="0"/>
    <p:restoredTop sz="48957" autoAdjust="0"/>
  </p:normalViewPr>
  <p:slideViewPr>
    <p:cSldViewPr snapToGrid="0">
      <p:cViewPr varScale="1">
        <p:scale>
          <a:sx n="75" d="100"/>
          <a:sy n="75" d="100"/>
        </p:scale>
        <p:origin x="2052" y="72"/>
      </p:cViewPr>
      <p:guideLst/>
    </p:cSldViewPr>
  </p:slideViewPr>
  <p:outlineViewPr>
    <p:cViewPr>
      <p:scale>
        <a:sx n="33" d="100"/>
        <a:sy n="33" d="100"/>
      </p:scale>
      <p:origin x="0" y="-7164"/>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65" d="100"/>
          <a:sy n="65" d="100"/>
        </p:scale>
        <p:origin x="3276"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handoutMaster" Target="handoutMasters/handoutMaster1.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3"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8.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4.xml"/><Relationship Id="rId14" Type="http://schemas.openxmlformats.org/officeDocument/2006/relationships/slideMaster" Target="slideMasters/slideMaster11.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4"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font" Target="fonts/font12.fntdata"/><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notesMaster" Target="notesMasters/notesMaster1.xml"/><Relationship Id="rId46" Type="http://schemas.openxmlformats.org/officeDocument/2006/relationships/font" Target="fonts/font7.fntdata"/><Relationship Id="rId59" Type="http://schemas.openxmlformats.org/officeDocument/2006/relationships/font" Target="fonts/font20.fntdata"/><Relationship Id="rId20" Type="http://schemas.openxmlformats.org/officeDocument/2006/relationships/slide" Target="slides/slide5.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Master" Target="slideMasters/slideMaster7.xml"/><Relationship Id="rId31" Type="http://schemas.openxmlformats.org/officeDocument/2006/relationships/slide" Target="slides/slide16.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latin typeface="Segoe UI" pitchFamily="34" charset="0"/>
              </a:rPr>
              <a:t>Server and Cloud 2013 Template</a:t>
            </a:r>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8D34AC8-E01F-4FBF-B65F-21ABDE98B385}" type="datetime8">
              <a:rPr lang="en-US" smtClean="0">
                <a:latin typeface="Segoe UI" pitchFamily="34" charset="0"/>
              </a:rPr>
              <a:t>12/26/2015 7:51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smtClean="0">
                <a:gradFill>
                  <a:gsLst>
                    <a:gs pos="0">
                      <a:schemeClr val="tx1"/>
                    </a:gs>
                    <a:gs pos="100000">
                      <a:schemeClr val="tx1"/>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64CFA94A-519F-445C-B30C-9E76FA6A2031}" type="datetime8">
              <a:rPr lang="en-US" smtClean="0"/>
              <a:t>12/26/2015 7:51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988891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smtClean="0">
              <a:solidFill>
                <a:schemeClr val="tx1"/>
              </a:solidFill>
              <a:effectLst/>
              <a:latin typeface="Segoe UI Light" pitchFamily="34" charset="0"/>
              <a:ea typeface="+mn-ea"/>
              <a:cs typeface="+mn-cs"/>
            </a:endParaRPr>
          </a:p>
        </p:txBody>
      </p:sp>
      <p:sp>
        <p:nvSpPr>
          <p:cNvPr id="4" name="Slide Number Placeholder 3"/>
          <p:cNvSpPr>
            <a:spLocks noGrp="1"/>
          </p:cNvSpPr>
          <p:nvPr>
            <p:ph type="sldNum" sz="quarter" idx="10"/>
          </p:nvPr>
        </p:nvSpPr>
        <p:spPr/>
        <p:txBody>
          <a:bodyPr/>
          <a:lstStyle/>
          <a:p>
            <a:pPr>
              <a:defRPr/>
            </a:pPr>
            <a:fld id="{17DD9FE5-1DD0-4AE8-BDF8-BD0173E9B7CC}" type="slidenum">
              <a:rPr lang="en-US" smtClean="0">
                <a:solidFill>
                  <a:prstClr val="black"/>
                </a:solidFill>
              </a:rPr>
              <a:pPr>
                <a:defRPr/>
              </a:pPr>
              <a:t>4</a:t>
            </a:fld>
            <a:endParaRPr lang="en-US" dirty="0">
              <a:solidFill>
                <a:prstClr val="black"/>
              </a:solidFill>
            </a:endParaRPr>
          </a:p>
        </p:txBody>
      </p:sp>
    </p:spTree>
    <p:extLst>
      <p:ext uri="{BB962C8B-B14F-4D97-AF65-F5344CB8AC3E}">
        <p14:creationId xmlns:p14="http://schemas.microsoft.com/office/powerpoint/2010/main" val="1685990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795364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817088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smtClean="0">
              <a:solidFill>
                <a:schemeClr val="tx1"/>
              </a:solidFill>
              <a:effectLst/>
              <a:latin typeface="Segoe UI Light" pitchFamily="34" charset="0"/>
              <a:ea typeface="+mn-ea"/>
              <a:cs typeface="+mn-cs"/>
            </a:endParaRPr>
          </a:p>
        </p:txBody>
      </p:sp>
      <p:sp>
        <p:nvSpPr>
          <p:cNvPr id="4" name="Slide Number Placeholder 3"/>
          <p:cNvSpPr>
            <a:spLocks noGrp="1"/>
          </p:cNvSpPr>
          <p:nvPr>
            <p:ph type="sldNum" sz="quarter" idx="10"/>
          </p:nvPr>
        </p:nvSpPr>
        <p:spPr/>
        <p:txBody>
          <a:bodyPr/>
          <a:lstStyle/>
          <a:p>
            <a:fld id="{811FAE85-20FE-844F-9354-E6E61F84E3F4}"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2582813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smtClean="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7963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2793105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526935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56272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pPr>
              <a:defRPr/>
            </a:pPr>
            <a:fld id="{7088D5E3-B0C4-244E-905F-C9848084E0A1}" type="slidenum">
              <a:rPr lang="en-US" smtClean="0"/>
              <a:pPr>
                <a:defRPr/>
              </a:pPr>
              <a:t>13</a:t>
            </a:fld>
            <a:endParaRPr lang="en-US" dirty="0"/>
          </a:p>
        </p:txBody>
      </p:sp>
    </p:spTree>
    <p:extLst>
      <p:ext uri="{BB962C8B-B14F-4D97-AF65-F5344CB8AC3E}">
        <p14:creationId xmlns:p14="http://schemas.microsoft.com/office/powerpoint/2010/main" val="3917061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134324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pPr>
              <a:defRPr/>
            </a:pPr>
            <a:fld id="{7088D5E3-B0C4-244E-905F-C9848084E0A1}" type="slidenum">
              <a:rPr lang="en-US" smtClean="0"/>
              <a:pPr>
                <a:defRPr/>
              </a:pPr>
              <a:t>15</a:t>
            </a:fld>
            <a:endParaRPr lang="en-US" dirty="0"/>
          </a:p>
        </p:txBody>
      </p:sp>
    </p:spTree>
    <p:extLst>
      <p:ext uri="{BB962C8B-B14F-4D97-AF65-F5344CB8AC3E}">
        <p14:creationId xmlns:p14="http://schemas.microsoft.com/office/powerpoint/2010/main" val="3994887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4253364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088D5E3-B0C4-244E-905F-C9848084E0A1}" type="slidenum">
              <a:rPr lang="en-US" smtClean="0"/>
              <a:pPr>
                <a:defRPr/>
              </a:pPr>
              <a:t>17</a:t>
            </a:fld>
            <a:endParaRPr lang="en-US" dirty="0"/>
          </a:p>
        </p:txBody>
      </p:sp>
    </p:spTree>
    <p:extLst>
      <p:ext uri="{BB962C8B-B14F-4D97-AF65-F5344CB8AC3E}">
        <p14:creationId xmlns:p14="http://schemas.microsoft.com/office/powerpoint/2010/main" val="1241803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671098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900" dirty="0" smtClean="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t>12/26/2015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4104604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Date Placeholder 3"/>
          <p:cNvSpPr>
            <a:spLocks noGrp="1"/>
          </p:cNvSpPr>
          <p:nvPr>
            <p:ph type="dt" idx="10"/>
          </p:nvPr>
        </p:nvSpPr>
        <p:spPr/>
        <p:txBody>
          <a:bodyPr/>
          <a:lstStyle/>
          <a:p>
            <a:r>
              <a:rPr lang="en-US" dirty="0" smtClean="0">
                <a:solidFill>
                  <a:prstClr val="black"/>
                </a:solidFill>
              </a:rPr>
              <a:t>4/10/2013</a:t>
            </a:r>
            <a:endParaRPr lang="en-US" dirty="0">
              <a:solidFill>
                <a:prstClr val="black"/>
              </a:solidFill>
            </a:endParaRPr>
          </a:p>
        </p:txBody>
      </p:sp>
      <p:sp>
        <p:nvSpPr>
          <p:cNvPr id="6" name="Footer Placeholder 5"/>
          <p:cNvSpPr>
            <a:spLocks noGrp="1"/>
          </p:cNvSpPr>
          <p:nvPr>
            <p:ph type="ftr" sz="quarter" idx="11"/>
          </p:nvPr>
        </p:nvSpPr>
        <p:spPr/>
        <p:txBody>
          <a:bodyPr/>
          <a:lstStyle/>
          <a:p>
            <a:r>
              <a:rPr lang="en-US" dirty="0" smtClean="0">
                <a:solidFill>
                  <a:srgbClr val="000000"/>
                </a:solidFill>
                <a:latin typeface="Segoe UI" pitchFamily="34" charset="0"/>
              </a:rPr>
              <a:t>Microsoft Corporation</a:t>
            </a:r>
          </a:p>
        </p:txBody>
      </p:sp>
      <p:sp>
        <p:nvSpPr>
          <p:cNvPr id="9" name="Slide Number Placeholder 8"/>
          <p:cNvSpPr>
            <a:spLocks noGrp="1"/>
          </p:cNvSpPr>
          <p:nvPr>
            <p:ph type="sldNum" sz="quarter" idx="12"/>
          </p:nvPr>
        </p:nvSpPr>
        <p:spPr/>
        <p:txBody>
          <a:bodyPr/>
          <a:lstStyle/>
          <a:p>
            <a:fld id="{8B263312-38AA-4E1E-B2B5-0F8F122B24FE}" type="slidenum">
              <a:rPr lang="en-US" smtClean="0">
                <a:solidFill>
                  <a:prstClr val="black"/>
                </a:solidFill>
              </a:rPr>
              <a:pPr/>
              <a:t>22</a:t>
            </a:fld>
            <a:endParaRPr lang="en-US" dirty="0">
              <a:solidFill>
                <a:prstClr val="black"/>
              </a:solidFill>
            </a:endParaRPr>
          </a:p>
        </p:txBody>
      </p:sp>
      <p:sp>
        <p:nvSpPr>
          <p:cNvPr id="10" name="Header Placeholder 9"/>
          <p:cNvSpPr>
            <a:spLocks noGrp="1"/>
          </p:cNvSpPr>
          <p:nvPr>
            <p:ph type="hdr" sz="quarter" idx="13"/>
          </p:nvPr>
        </p:nvSpPr>
        <p:spPr/>
        <p:txBody>
          <a:bodyPr/>
          <a:lstStyle/>
          <a:p>
            <a:r>
              <a:rPr dirty="0">
                <a:solidFill>
                  <a:prstClr val="black"/>
                </a:solidFill>
              </a:rPr>
              <a:t>ESP Sales Presentation for Mobility</a:t>
            </a:r>
          </a:p>
        </p:txBody>
      </p:sp>
    </p:spTree>
    <p:extLst>
      <p:ext uri="{BB962C8B-B14F-4D97-AF65-F5344CB8AC3E}">
        <p14:creationId xmlns:p14="http://schemas.microsoft.com/office/powerpoint/2010/main" val="28809422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1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20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2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6000" spc="-100" baseline="0">
                <a:gradFill>
                  <a:gsLst>
                    <a:gs pos="5833">
                      <a:schemeClr val="tx1"/>
                    </a:gs>
                    <a:gs pos="53000">
                      <a:schemeClr val="tx1"/>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74701" y="3955786"/>
            <a:ext cx="9143937" cy="1828007"/>
          </a:xfrm>
          <a:noFill/>
        </p:spPr>
        <p:txBody>
          <a:bodyPr lIns="182880" tIns="146304" rIns="182880" bIns="146304">
            <a:noAutofit/>
          </a:bodyPr>
          <a:lstStyle>
            <a:lvl1pPr marL="0" indent="0">
              <a:spcBef>
                <a:spcPts val="0"/>
              </a:spcBef>
              <a:buNone/>
              <a:defRPr sz="3600" spc="0" baseline="0">
                <a:gradFill>
                  <a:gsLst>
                    <a:gs pos="5833">
                      <a:schemeClr val="tx1"/>
                    </a:gs>
                    <a:gs pos="53000">
                      <a:schemeClr val="tx1"/>
                    </a:gs>
                  </a:gsLst>
                  <a:lin ang="5400000" scaled="0"/>
                </a:gradFill>
                <a:latin typeface="+mj-lt"/>
              </a:defRPr>
            </a:lvl1pPr>
          </a:lstStyle>
          <a:p>
            <a:pPr lvl="0"/>
            <a:r>
              <a:rPr lang="en-US" dirty="0" smtClean="0"/>
              <a:t>Speaker Name</a:t>
            </a:r>
          </a:p>
        </p:txBody>
      </p:sp>
      <p:sp>
        <p:nvSpPr>
          <p:cNvPr id="2" name="Footer Placeholder 1"/>
          <p:cNvSpPr>
            <a:spLocks noGrp="1"/>
          </p:cNvSpPr>
          <p:nvPr>
            <p:ph type="ftr" sz="quarter" idx="13"/>
          </p:nvPr>
        </p:nvSpPr>
        <p:spPr/>
        <p:txBody>
          <a:bodyPr/>
          <a:lstStyle/>
          <a:p>
            <a:r>
              <a:rPr lang="en-US" dirty="0" smtClean="0"/>
              <a:t>Microsoft Confidential</a:t>
            </a:r>
            <a:endParaRPr lang="en-US" dirty="0"/>
          </a:p>
        </p:txBody>
      </p:sp>
      <p:sp>
        <p:nvSpPr>
          <p:cNvPr id="3" name="Slide Number Placeholder 2"/>
          <p:cNvSpPr>
            <a:spLocks noGrp="1"/>
          </p:cNvSpPr>
          <p:nvPr>
            <p:ph type="sldNum" sz="quarter" idx="14"/>
          </p:nvPr>
        </p:nvSpPr>
        <p:spPr/>
        <p:txBody>
          <a:bodyPr/>
          <a:lstStyle/>
          <a:p>
            <a:fld id="{27258FFF-F925-446B-8502-81C933981705}" type="slidenum">
              <a:rPr lang="en-US" smtClean="0"/>
              <a:pPr/>
              <a:t>‹#›</a:t>
            </a:fld>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invGray">
          <a:xfrm>
            <a:off x="464354" y="479775"/>
            <a:ext cx="1639084" cy="359162"/>
          </a:xfrm>
          <a:prstGeom prst="rect">
            <a:avLst/>
          </a:prstGeom>
        </p:spPr>
      </p:pic>
      <p:pic>
        <p:nvPicPr>
          <p:cNvPr id="8" name="Picture 7" descr="C:\Users\petern\AppData\Local\Temp\vmware-petern\VMwareDnD\9912bbd5\PPE_Logo_RGB_bootcamp_600x131.png"/>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12447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pos="288" userDrawn="1">
          <p15:clr>
            <a:srgbClr val="C35EA4"/>
          </p15:clr>
        </p15:guide>
        <p15:guide id="2" pos="7546" userDrawn="1">
          <p15:clr>
            <a:srgbClr val="C35EA4"/>
          </p15:clr>
        </p15:guide>
        <p15:guide id="3" orient="horz" pos="302" userDrawn="1">
          <p15:clr>
            <a:srgbClr val="C35EA4"/>
          </p15:clr>
        </p15:guide>
        <p15:guide id="4" orient="horz" pos="4104"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3">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0" y="-1"/>
            <a:ext cx="12436475" cy="6994525"/>
          </a:xfrm>
        </p:spPr>
        <p:txBody>
          <a:bodyPr/>
          <a:lstStyle>
            <a:lvl1pPr marL="0" indent="0">
              <a:buNone/>
              <a:defRPr/>
            </a:lvl1pPr>
          </a:lstStyle>
          <a:p>
            <a:r>
              <a:rPr lang="en-US" dirty="0" smtClean="0"/>
              <a:t>Click icon to add picture</a:t>
            </a:r>
            <a:endParaRPr lang="en-US" dirty="0"/>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l="1" t="8530" r="16372"/>
          <a:stretch/>
        </p:blipFill>
        <p:spPr>
          <a:xfrm>
            <a:off x="262937" y="832966"/>
            <a:ext cx="9960563" cy="5876623"/>
          </a:xfrm>
          <a:prstGeom prst="rect">
            <a:avLst/>
          </a:prstGeom>
          <a:noFill/>
          <a:ln>
            <a:noFill/>
          </a:ln>
        </p:spPr>
      </p:pic>
      <p:sp>
        <p:nvSpPr>
          <p:cNvPr id="5" name="Text Placeholder 4"/>
          <p:cNvSpPr>
            <a:spLocks noGrp="1"/>
          </p:cNvSpPr>
          <p:nvPr>
            <p:ph type="body" sz="quarter" idx="12" hasCustomPrompt="1"/>
          </p:nvPr>
        </p:nvSpPr>
        <p:spPr>
          <a:xfrm>
            <a:off x="276540" y="3954457"/>
            <a:ext cx="5197379" cy="1018969"/>
          </a:xfrm>
          <a:noFill/>
        </p:spPr>
        <p:txBody>
          <a:bodyPr lIns="182880" tIns="146304" rIns="182880" bIns="146304">
            <a:noAutofit/>
          </a:bodyPr>
          <a:lstStyle>
            <a:lvl1pPr marL="0" indent="0">
              <a:spcBef>
                <a:spcPts val="0"/>
              </a:spcBef>
              <a:buNone/>
              <a:defRPr sz="3600" spc="0" baseline="0">
                <a:gradFill>
                  <a:gsLst>
                    <a:gs pos="7965">
                      <a:schemeClr val="tx1"/>
                    </a:gs>
                    <a:gs pos="8000">
                      <a:schemeClr val="tx1"/>
                    </a:gs>
                  </a:gsLst>
                  <a:lin ang="5400000" scaled="0"/>
                </a:gradFill>
                <a:latin typeface="+mj-lt"/>
              </a:defRPr>
            </a:lvl1pPr>
          </a:lstStyle>
          <a:p>
            <a:pPr lvl="0"/>
            <a:r>
              <a:rPr lang="en-US" dirty="0" smtClean="0"/>
              <a:t>Speaker Name</a:t>
            </a:r>
          </a:p>
        </p:txBody>
      </p:sp>
      <p:sp>
        <p:nvSpPr>
          <p:cNvPr id="9" name="Title 1"/>
          <p:cNvSpPr>
            <a:spLocks noGrp="1"/>
          </p:cNvSpPr>
          <p:nvPr>
            <p:ph type="title" hasCustomPrompt="1"/>
          </p:nvPr>
        </p:nvSpPr>
        <p:spPr>
          <a:xfrm>
            <a:off x="274703" y="2125677"/>
            <a:ext cx="5187450" cy="1828800"/>
          </a:xfrm>
          <a:noFill/>
        </p:spPr>
        <p:txBody>
          <a:bodyPr lIns="146304" tIns="91440" rIns="146304" bIns="91440" anchor="t" anchorCtr="0"/>
          <a:lstStyle>
            <a:lvl1pPr>
              <a:defRPr sz="6000" spc="-100" baseline="0">
                <a:gradFill>
                  <a:gsLst>
                    <a:gs pos="7965">
                      <a:schemeClr val="tx1"/>
                    </a:gs>
                    <a:gs pos="8000">
                      <a:schemeClr val="tx1"/>
                    </a:gs>
                  </a:gsLst>
                  <a:lin ang="5400000" scaled="0"/>
                </a:gradFill>
              </a:defRPr>
            </a:lvl1pPr>
          </a:lstStyle>
          <a:p>
            <a:r>
              <a:rPr lang="en-US" dirty="0" smtClean="0"/>
              <a:t>Presentation title</a:t>
            </a:r>
            <a:endParaRPr lang="en-US" dirty="0"/>
          </a:p>
        </p:txBody>
      </p:sp>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l="16749" t="685" b="8167"/>
          <a:stretch/>
        </p:blipFill>
        <p:spPr>
          <a:xfrm>
            <a:off x="2257797" y="328911"/>
            <a:ext cx="9915740" cy="5855990"/>
          </a:xfrm>
          <a:prstGeom prst="rect">
            <a:avLst/>
          </a:prstGeom>
          <a:noFill/>
          <a:ln>
            <a:noFill/>
          </a:ln>
        </p:spPr>
      </p:pic>
      <p:pic>
        <p:nvPicPr>
          <p:cNvPr id="8" name="Picture 7" descr="C:\Users\petern\AppData\Local\Temp\vmware-petern\VMwareDnD\8013908a\PPE_Logo_RGB_bootcamp_600x131.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9443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bg bwMode="gray">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p:nvPr>
        </p:nvSpPr>
        <p:spPr>
          <a:xfrm>
            <a:off x="0" y="-1"/>
            <a:ext cx="12436475" cy="6994525"/>
          </a:xfrm>
        </p:spPr>
        <p:txBody>
          <a:bodyPr/>
          <a:lstStyle>
            <a:lvl1pPr marL="0" indent="0">
              <a:buNone/>
              <a:defRPr/>
            </a:lvl1pPr>
          </a:lstStyle>
          <a:p>
            <a:r>
              <a:rPr lang="en-US" dirty="0" smtClean="0"/>
              <a:t>Click icon to add picture</a:t>
            </a:r>
            <a:endParaRPr lang="en-US" dirty="0"/>
          </a:p>
        </p:txBody>
      </p:sp>
      <p:sp>
        <p:nvSpPr>
          <p:cNvPr id="2" name="Footer Placeholder 1"/>
          <p:cNvSpPr>
            <a:spLocks noGrp="1"/>
          </p:cNvSpPr>
          <p:nvPr>
            <p:ph type="ftr" sz="quarter" idx="13"/>
          </p:nvPr>
        </p:nvSpPr>
        <p:spPr/>
        <p:txBody>
          <a:bodyPr/>
          <a:lstStyle/>
          <a:p>
            <a:r>
              <a:rPr lang="en-US" dirty="0" smtClean="0"/>
              <a:t>Microsoft Confidential</a:t>
            </a:r>
            <a:endParaRPr lang="en-US" dirty="0"/>
          </a:p>
        </p:txBody>
      </p:sp>
      <p:sp>
        <p:nvSpPr>
          <p:cNvPr id="3" name="Slide Number Placeholder 2"/>
          <p:cNvSpPr>
            <a:spLocks noGrp="1"/>
          </p:cNvSpPr>
          <p:nvPr>
            <p:ph type="sldNum" sz="quarter" idx="14"/>
          </p:nvPr>
        </p:nvSpPr>
        <p:spPr/>
        <p:txBody>
          <a:bodyPr/>
          <a:lstStyle/>
          <a:p>
            <a:fld id="{27258FFF-F925-446B-8502-81C933981705}" type="slidenum">
              <a:rPr lang="en-US" smtClean="0"/>
              <a:pPr/>
              <a:t>‹#›</a:t>
            </a:fld>
            <a:endParaRPr lang="en-US" dirty="0"/>
          </a:p>
        </p:txBody>
      </p:sp>
      <p:sp>
        <p:nvSpPr>
          <p:cNvPr id="7" name="Text Placeholder 4"/>
          <p:cNvSpPr>
            <a:spLocks noGrp="1"/>
          </p:cNvSpPr>
          <p:nvPr>
            <p:ph type="body" sz="quarter" idx="12" hasCustomPrompt="1"/>
          </p:nvPr>
        </p:nvSpPr>
        <p:spPr>
          <a:xfrm>
            <a:off x="276540" y="3954457"/>
            <a:ext cx="5197379" cy="1018969"/>
          </a:xfrm>
          <a:noFill/>
        </p:spPr>
        <p:txBody>
          <a:bodyPr lIns="182880" tIns="146304" rIns="182880" bIns="146304">
            <a:noAutofit/>
          </a:bodyPr>
          <a:lstStyle>
            <a:lvl1pPr marL="0" indent="0">
              <a:spcBef>
                <a:spcPts val="0"/>
              </a:spcBef>
              <a:buNone/>
              <a:defRPr sz="3600" spc="0" baseline="0">
                <a:gradFill>
                  <a:gsLst>
                    <a:gs pos="7965">
                      <a:schemeClr val="tx1"/>
                    </a:gs>
                    <a:gs pos="8000">
                      <a:schemeClr val="tx1"/>
                    </a:gs>
                  </a:gsLst>
                  <a:lin ang="5400000" scaled="0"/>
                </a:gradFill>
                <a:latin typeface="+mj-lt"/>
              </a:defRPr>
            </a:lvl1pPr>
          </a:lstStyle>
          <a:p>
            <a:pPr lvl="0"/>
            <a:r>
              <a:rPr lang="en-US" dirty="0" smtClean="0"/>
              <a:t>Speaker Name</a:t>
            </a:r>
          </a:p>
        </p:txBody>
      </p:sp>
      <p:sp>
        <p:nvSpPr>
          <p:cNvPr id="8" name="Title 1"/>
          <p:cNvSpPr>
            <a:spLocks noGrp="1"/>
          </p:cNvSpPr>
          <p:nvPr>
            <p:ph type="title" hasCustomPrompt="1"/>
          </p:nvPr>
        </p:nvSpPr>
        <p:spPr>
          <a:xfrm>
            <a:off x="274703" y="2125677"/>
            <a:ext cx="5187450" cy="1828800"/>
          </a:xfrm>
          <a:noFill/>
        </p:spPr>
        <p:txBody>
          <a:bodyPr lIns="146304" tIns="91440" rIns="146304" bIns="91440" anchor="t" anchorCtr="0"/>
          <a:lstStyle>
            <a:lvl1pPr>
              <a:defRPr sz="6000" spc="-100" baseline="0">
                <a:gradFill>
                  <a:gsLst>
                    <a:gs pos="7965">
                      <a:schemeClr val="tx1"/>
                    </a:gs>
                    <a:gs pos="8000">
                      <a:schemeClr val="tx1"/>
                    </a:gs>
                  </a:gsLst>
                  <a:lin ang="5400000" scaled="0"/>
                </a:gradFill>
              </a:defRPr>
            </a:lvl1pPr>
          </a:lstStyle>
          <a:p>
            <a:r>
              <a:rPr lang="en-US" dirty="0" smtClean="0"/>
              <a:t>Presentation title</a:t>
            </a:r>
            <a:endParaRPr lang="en-US" dirty="0"/>
          </a:p>
        </p:txBody>
      </p:sp>
      <p:pic>
        <p:nvPicPr>
          <p:cNvPr id="9" name="Picture 8"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3684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userDrawn="1">
          <p15:clr>
            <a:srgbClr val="C35EA4"/>
          </p15:clr>
        </p15:guide>
        <p15:guide id="2" orient="horz" pos="4104" userDrawn="1">
          <p15:clr>
            <a:srgbClr val="C35EA4"/>
          </p15:clr>
        </p15:guide>
        <p15:guide id="3" pos="288" userDrawn="1">
          <p15:clr>
            <a:srgbClr val="C35EA4"/>
          </p15:clr>
        </p15:guide>
        <p15:guide id="4" pos="7546"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bwMode="gray">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3"/>
          </p:nvPr>
        </p:nvSpPr>
        <p:spPr>
          <a:xfrm>
            <a:off x="0" y="-1"/>
            <a:ext cx="12436475" cy="6994525"/>
          </a:xfrm>
        </p:spPr>
        <p:txBody>
          <a:bodyPr/>
          <a:lstStyle>
            <a:lvl1pPr marL="0" indent="0">
              <a:buNone/>
              <a:defRPr/>
            </a:lvl1pPr>
          </a:lstStyle>
          <a:p>
            <a:r>
              <a:rPr lang="en-US" dirty="0" smtClean="0"/>
              <a:t>Click icon to add picture</a:t>
            </a:r>
            <a:endParaRPr lang="en-US" dirty="0"/>
          </a:p>
        </p:txBody>
      </p:sp>
      <p:sp>
        <p:nvSpPr>
          <p:cNvPr id="5" name="Text Placeholder 4"/>
          <p:cNvSpPr>
            <a:spLocks noGrp="1"/>
          </p:cNvSpPr>
          <p:nvPr>
            <p:ph type="body" sz="quarter" idx="12" hasCustomPrompt="1"/>
          </p:nvPr>
        </p:nvSpPr>
        <p:spPr>
          <a:xfrm>
            <a:off x="276541" y="2125663"/>
            <a:ext cx="5484498" cy="1828806"/>
          </a:xfrm>
          <a:noFill/>
        </p:spPr>
        <p:txBody>
          <a:bodyPr lIns="182880" tIns="146304" rIns="182880" bIns="146304">
            <a:noAutofit/>
          </a:bodyPr>
          <a:lstStyle>
            <a:lvl1pPr marL="0" indent="0">
              <a:spcBef>
                <a:spcPts val="0"/>
              </a:spcBef>
              <a:buNone/>
              <a:defRPr sz="3600" spc="0" baseline="0">
                <a:gradFill>
                  <a:gsLst>
                    <a:gs pos="46903">
                      <a:srgbClr val="FFFFFF"/>
                    </a:gs>
                    <a:gs pos="83000">
                      <a:srgbClr val="FFFFFF"/>
                    </a:gs>
                  </a:gsLst>
                  <a:lin ang="5400000" scaled="1"/>
                </a:gradFill>
                <a:latin typeface="+mj-lt"/>
              </a:defRPr>
            </a:lvl1pPr>
          </a:lstStyle>
          <a:p>
            <a:pPr lvl="0"/>
            <a:r>
              <a:rPr lang="en-US" dirty="0" smtClean="0"/>
              <a:t>Speaker Name</a:t>
            </a:r>
          </a:p>
        </p:txBody>
      </p:sp>
      <p:sp>
        <p:nvSpPr>
          <p:cNvPr id="9" name="Title 1"/>
          <p:cNvSpPr>
            <a:spLocks noGrp="1"/>
          </p:cNvSpPr>
          <p:nvPr>
            <p:ph type="title" hasCustomPrompt="1"/>
          </p:nvPr>
        </p:nvSpPr>
        <p:spPr>
          <a:xfrm>
            <a:off x="274703" y="296863"/>
            <a:ext cx="5486335" cy="1828800"/>
          </a:xfrm>
          <a:noFill/>
        </p:spPr>
        <p:txBody>
          <a:bodyPr lIns="146304" tIns="91440" rIns="146304" bIns="91440" anchor="t" anchorCtr="0"/>
          <a:lstStyle>
            <a:lvl1pPr>
              <a:defRPr sz="6000" spc="-100" baseline="0">
                <a:gradFill>
                  <a:gsLst>
                    <a:gs pos="46903">
                      <a:srgbClr val="FFFFFF"/>
                    </a:gs>
                    <a:gs pos="83000">
                      <a:srgbClr val="FFFFFF"/>
                    </a:gs>
                  </a:gsLst>
                  <a:lin ang="5400000" scaled="1"/>
                </a:gradFill>
              </a:defRPr>
            </a:lvl1pPr>
          </a:lstStyle>
          <a:p>
            <a:r>
              <a:rPr lang="en-US" dirty="0" smtClean="0"/>
              <a:t>Presentation title</a:t>
            </a:r>
            <a:endParaRPr lang="en-US" dirty="0"/>
          </a:p>
        </p:txBody>
      </p:sp>
      <p:pic>
        <p:nvPicPr>
          <p:cNvPr id="7" name="Picture 6"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0535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userDrawn="1">
          <p15:clr>
            <a:srgbClr val="C35EA4"/>
          </p15:clr>
        </p15:guide>
        <p15:guide id="2" orient="horz" pos="4104" userDrawn="1">
          <p15:clr>
            <a:srgbClr val="C35EA4"/>
          </p15:clr>
        </p15:guide>
        <p15:guide id="3" pos="288" userDrawn="1">
          <p15:clr>
            <a:srgbClr val="C35EA4"/>
          </p15:clr>
        </p15:guide>
        <p15:guide id="4" pos="7546"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ull Quote 1">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r>
              <a:rPr lang="en-US" dirty="0" smtClean="0"/>
              <a:t>Click icon to add picture</a:t>
            </a:r>
            <a:endParaRPr lang="en-US" dirty="0"/>
          </a:p>
        </p:txBody>
      </p:sp>
      <p:sp>
        <p:nvSpPr>
          <p:cNvPr id="9" name="Title 1"/>
          <p:cNvSpPr>
            <a:spLocks noGrp="1"/>
          </p:cNvSpPr>
          <p:nvPr>
            <p:ph type="title" hasCustomPrompt="1"/>
          </p:nvPr>
        </p:nvSpPr>
        <p:spPr>
          <a:xfrm>
            <a:off x="274703" y="2125663"/>
            <a:ext cx="5486335" cy="3657600"/>
          </a:xfrm>
          <a:noFill/>
        </p:spPr>
        <p:txBody>
          <a:bodyPr lIns="146304" tIns="91440" rIns="146304" bIns="91440" anchor="t" anchorCtr="0"/>
          <a:lstStyle>
            <a:lvl1pPr>
              <a:defRPr sz="6000" spc="-100" baseline="0">
                <a:gradFill>
                  <a:gsLst>
                    <a:gs pos="46903">
                      <a:schemeClr val="tx1"/>
                    </a:gs>
                    <a:gs pos="83000">
                      <a:schemeClr val="tx1"/>
                    </a:gs>
                  </a:gsLst>
                  <a:lin ang="5400000" scaled="1"/>
                </a:gradFill>
              </a:defRPr>
            </a:lvl1pPr>
          </a:lstStyle>
          <a:p>
            <a:r>
              <a:rPr lang="en-US" dirty="0" smtClean="0"/>
              <a:t>Pull quote</a:t>
            </a:r>
            <a:endParaRPr lang="en-US" dirty="0"/>
          </a:p>
        </p:txBody>
      </p:sp>
      <p:pic>
        <p:nvPicPr>
          <p:cNvPr id="6" name="Picture 5"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1838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ull Quote 2">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8"/>
          </p:nvPr>
        </p:nvSpPr>
        <p:spPr>
          <a:xfrm>
            <a:off x="0" y="-1"/>
            <a:ext cx="12436475" cy="6994525"/>
          </a:xfrm>
        </p:spPr>
        <p:txBody>
          <a:bodyPr/>
          <a:lstStyle>
            <a:lvl1pPr marL="0" indent="0">
              <a:buNone/>
              <a:defRPr/>
            </a:lvl1pPr>
          </a:lstStyle>
          <a:p>
            <a:r>
              <a:rPr lang="en-US" dirty="0" smtClean="0"/>
              <a:t>Click icon to add picture</a:t>
            </a:r>
            <a:endParaRPr lang="en-US" dirty="0"/>
          </a:p>
        </p:txBody>
      </p:sp>
      <p:sp>
        <p:nvSpPr>
          <p:cNvPr id="13" name="Text Placeholder 5"/>
          <p:cNvSpPr>
            <a:spLocks noGrp="1"/>
          </p:cNvSpPr>
          <p:nvPr>
            <p:ph type="body" sz="quarter" idx="15" hasCustomPrompt="1"/>
          </p:nvPr>
        </p:nvSpPr>
        <p:spPr>
          <a:xfrm>
            <a:off x="6033080" y="723012"/>
            <a:ext cx="640080" cy="640080"/>
          </a:xfrm>
          <a:solidFill>
            <a:srgbClr val="68217A"/>
          </a:solidFill>
        </p:spPr>
        <p:txBody>
          <a:bodyPr anchor="ctr">
            <a:noAutofit/>
          </a:bodyPr>
          <a:lstStyle>
            <a:lvl1pPr marL="0" indent="0">
              <a:lnSpc>
                <a:spcPts val="600"/>
              </a:lnSpc>
              <a:spcBef>
                <a:spcPts val="0"/>
              </a:spcBef>
              <a:buNone/>
              <a:defRPr sz="600">
                <a:solidFill>
                  <a:schemeClr val="bg1"/>
                </a:solidFill>
              </a:defRPr>
            </a:lvl1pPr>
            <a:lvl2pPr marL="342900" indent="0">
              <a:buNone/>
              <a:defRPr sz="3200"/>
            </a:lvl2pPr>
            <a:lvl3pPr marL="571500" indent="0">
              <a:buNone/>
              <a:defRPr sz="3200"/>
            </a:lvl3pPr>
            <a:lvl4pPr marL="800100" indent="0">
              <a:buNone/>
              <a:defRPr sz="3200"/>
            </a:lvl4pPr>
            <a:lvl5pPr marL="1028700" indent="0">
              <a:buNone/>
              <a:defRPr sz="3200"/>
            </a:lvl5pPr>
          </a:lstStyle>
          <a:p>
            <a:pPr lvl="0"/>
            <a:r>
              <a:rPr lang="en-US" smtClean="0"/>
              <a:t> </a:t>
            </a:r>
            <a:endParaRPr lang="en-US"/>
          </a:p>
        </p:txBody>
      </p:sp>
      <p:sp>
        <p:nvSpPr>
          <p:cNvPr id="14" name="Text Placeholder 5"/>
          <p:cNvSpPr>
            <a:spLocks noGrp="1"/>
          </p:cNvSpPr>
          <p:nvPr>
            <p:ph type="body" sz="quarter" idx="16" hasCustomPrompt="1"/>
          </p:nvPr>
        </p:nvSpPr>
        <p:spPr>
          <a:xfrm>
            <a:off x="9418638" y="723012"/>
            <a:ext cx="640080" cy="640080"/>
          </a:xfrm>
          <a:solidFill>
            <a:srgbClr val="68217A"/>
          </a:solidFill>
        </p:spPr>
        <p:txBody>
          <a:bodyPr anchor="ctr"/>
          <a:lstStyle>
            <a:lvl1pPr marL="0" indent="0">
              <a:lnSpc>
                <a:spcPts val="600"/>
              </a:lnSpc>
              <a:spcBef>
                <a:spcPts val="0"/>
              </a:spcBef>
              <a:buNone/>
              <a:defRPr sz="600">
                <a:solidFill>
                  <a:schemeClr val="bg1"/>
                </a:solidFill>
              </a:defRPr>
            </a:lvl1pPr>
            <a:lvl2pPr marL="342900" indent="0">
              <a:buNone/>
              <a:defRPr sz="3200"/>
            </a:lvl2pPr>
            <a:lvl3pPr marL="571500" indent="0">
              <a:buNone/>
              <a:defRPr sz="3200"/>
            </a:lvl3pPr>
            <a:lvl4pPr marL="800100" indent="0">
              <a:buNone/>
              <a:defRPr sz="3200"/>
            </a:lvl4pPr>
            <a:lvl5pPr marL="1028700" indent="0">
              <a:buNone/>
              <a:defRPr sz="3200"/>
            </a:lvl5pPr>
          </a:lstStyle>
          <a:p>
            <a:pPr lvl="0"/>
            <a:r>
              <a:rPr lang="en-US" smtClean="0"/>
              <a:t> </a:t>
            </a:r>
            <a:endParaRPr lang="en-US"/>
          </a:p>
        </p:txBody>
      </p:sp>
      <p:sp>
        <p:nvSpPr>
          <p:cNvPr id="15" name="Text Placeholder 5"/>
          <p:cNvSpPr>
            <a:spLocks noGrp="1"/>
          </p:cNvSpPr>
          <p:nvPr>
            <p:ph type="body" sz="quarter" idx="17" hasCustomPrompt="1"/>
          </p:nvPr>
        </p:nvSpPr>
        <p:spPr>
          <a:xfrm>
            <a:off x="9418638" y="3631833"/>
            <a:ext cx="640080" cy="640080"/>
          </a:xfrm>
          <a:solidFill>
            <a:srgbClr val="68217A"/>
          </a:solidFill>
        </p:spPr>
        <p:txBody>
          <a:bodyPr anchor="ctr"/>
          <a:lstStyle>
            <a:lvl1pPr marL="0" indent="0">
              <a:lnSpc>
                <a:spcPts val="600"/>
              </a:lnSpc>
              <a:spcBef>
                <a:spcPts val="0"/>
              </a:spcBef>
              <a:buNone/>
              <a:defRPr sz="600">
                <a:solidFill>
                  <a:schemeClr val="bg1"/>
                </a:solidFill>
              </a:defRPr>
            </a:lvl1pPr>
            <a:lvl2pPr marL="342900" indent="0">
              <a:buNone/>
              <a:defRPr sz="3200"/>
            </a:lvl2pPr>
            <a:lvl3pPr marL="571500" indent="0">
              <a:buNone/>
              <a:defRPr sz="3200"/>
            </a:lvl3pPr>
            <a:lvl4pPr marL="800100" indent="0">
              <a:buNone/>
              <a:defRPr sz="3200"/>
            </a:lvl4pPr>
            <a:lvl5pPr marL="1028700" indent="0">
              <a:buNone/>
              <a:defRPr sz="3200"/>
            </a:lvl5pPr>
          </a:lstStyle>
          <a:p>
            <a:pPr lvl="0"/>
            <a:r>
              <a:rPr lang="en-US" smtClean="0"/>
              <a:t> </a:t>
            </a:r>
            <a:endParaRPr lang="en-US"/>
          </a:p>
        </p:txBody>
      </p:sp>
      <p:sp>
        <p:nvSpPr>
          <p:cNvPr id="17" name="Title 16"/>
          <p:cNvSpPr>
            <a:spLocks noGrp="1"/>
          </p:cNvSpPr>
          <p:nvPr>
            <p:ph type="title"/>
          </p:nvPr>
        </p:nvSpPr>
        <p:spPr>
          <a:xfrm>
            <a:off x="4394200" y="3628284"/>
            <a:ext cx="2278960" cy="2272453"/>
          </a:xfrm>
          <a:solidFill>
            <a:srgbClr val="68217A"/>
          </a:solidFill>
        </p:spPr>
        <p:txBody>
          <a:bodyPr lIns="182880" tIns="146304" rIns="182880" bIns="146304"/>
          <a:lstStyle>
            <a:lvl1pPr>
              <a:defRPr sz="3200">
                <a:gradFill>
                  <a:gsLst>
                    <a:gs pos="14159">
                      <a:schemeClr val="bg1"/>
                    </a:gs>
                    <a:gs pos="37000">
                      <a:schemeClr val="bg1"/>
                    </a:gs>
                  </a:gsLst>
                  <a:lin ang="5400000" scaled="0"/>
                </a:gradFill>
              </a:defRPr>
            </a:lvl1pPr>
          </a:lstStyle>
          <a:p>
            <a:r>
              <a:rPr lang="en-US" smtClean="0"/>
              <a:t>Click to edit Master title style</a:t>
            </a:r>
            <a:endParaRPr lang="en-US" dirty="0"/>
          </a:p>
        </p:txBody>
      </p:sp>
      <p:pic>
        <p:nvPicPr>
          <p:cNvPr id="9" name="Picture 8"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6395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3">
                                            <p:bg/>
                                          </p:spTgt>
                                        </p:tgtEl>
                                        <p:attrNameLst>
                                          <p:attrName>style.visibility</p:attrName>
                                        </p:attrNameLst>
                                      </p:cBhvr>
                                      <p:to>
                                        <p:strVal val="visible"/>
                                      </p:to>
                                    </p:set>
                                    <p:anim calcmode="lin" valueType="num">
                                      <p:cBhvr>
                                        <p:cTn id="7" dur="500" fill="hold"/>
                                        <p:tgtEl>
                                          <p:spTgt spid="13">
                                            <p:bg/>
                                          </p:spTgt>
                                        </p:tgtEl>
                                        <p:attrNameLst>
                                          <p:attrName>ppt_w</p:attrName>
                                        </p:attrNameLst>
                                      </p:cBhvr>
                                      <p:tavLst>
                                        <p:tav tm="0">
                                          <p:val>
                                            <p:fltVal val="0"/>
                                          </p:val>
                                        </p:tav>
                                        <p:tav tm="100000">
                                          <p:val>
                                            <p:strVal val="#ppt_w"/>
                                          </p:val>
                                        </p:tav>
                                      </p:tavLst>
                                    </p:anim>
                                    <p:anim calcmode="lin" valueType="num">
                                      <p:cBhvr>
                                        <p:cTn id="8" dur="500" fill="hold"/>
                                        <p:tgtEl>
                                          <p:spTgt spid="13">
                                            <p:bg/>
                                          </p:spTgt>
                                        </p:tgtEl>
                                        <p:attrNameLst>
                                          <p:attrName>ppt_h</p:attrName>
                                        </p:attrNameLst>
                                      </p:cBhvr>
                                      <p:tavLst>
                                        <p:tav tm="0">
                                          <p:val>
                                            <p:fltVal val="0"/>
                                          </p:val>
                                        </p:tav>
                                        <p:tav tm="100000">
                                          <p:val>
                                            <p:strVal val="#ppt_h"/>
                                          </p:val>
                                        </p:tav>
                                      </p:tavLst>
                                    </p:anim>
                                    <p:animEffect transition="in" filter="fade">
                                      <p:cBhvr>
                                        <p:cTn id="9" dur="500"/>
                                        <p:tgtEl>
                                          <p:spTgt spid="13">
                                            <p:bg/>
                                          </p:spTgt>
                                        </p:tgtEl>
                                      </p:cBhvr>
                                    </p:animEffect>
                                    <p:anim calcmode="lin" valueType="num">
                                      <p:cBhvr>
                                        <p:cTn id="10" dur="500" fill="hold"/>
                                        <p:tgtEl>
                                          <p:spTgt spid="13">
                                            <p:bg/>
                                          </p:spTgt>
                                        </p:tgtEl>
                                        <p:attrNameLst>
                                          <p:attrName>ppt_x</p:attrName>
                                        </p:attrNameLst>
                                      </p:cBhvr>
                                      <p:tavLst>
                                        <p:tav tm="0">
                                          <p:val>
                                            <p:fltVal val="0.5"/>
                                          </p:val>
                                        </p:tav>
                                        <p:tav tm="100000">
                                          <p:val>
                                            <p:strVal val="#ppt_x"/>
                                          </p:val>
                                        </p:tav>
                                      </p:tavLst>
                                    </p:anim>
                                    <p:anim calcmode="lin" valueType="num">
                                      <p:cBhvr>
                                        <p:cTn id="11" dur="500" fill="hold"/>
                                        <p:tgtEl>
                                          <p:spTgt spid="13">
                                            <p:bg/>
                                          </p:spTgt>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 calcmode="lin" valueType="num">
                                      <p:cBhvr>
                                        <p:cTn id="14"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3">
                                            <p:txEl>
                                              <p:pRg st="0" end="0"/>
                                            </p:txEl>
                                          </p:spTgt>
                                        </p:tgtEl>
                                      </p:cBhvr>
                                    </p:animEffect>
                                    <p:anim calcmode="lin" valueType="num">
                                      <p:cBhvr>
                                        <p:cTn id="17" dur="500" fill="hold"/>
                                        <p:tgtEl>
                                          <p:spTgt spid="13">
                                            <p:txEl>
                                              <p:pRg st="0" end="0"/>
                                            </p:txEl>
                                          </p:spTgt>
                                        </p:tgtEl>
                                        <p:attrNameLst>
                                          <p:attrName>ppt_x</p:attrName>
                                        </p:attrNameLst>
                                      </p:cBhvr>
                                      <p:tavLst>
                                        <p:tav tm="0">
                                          <p:val>
                                            <p:fltVal val="0.5"/>
                                          </p:val>
                                        </p:tav>
                                        <p:tav tm="100000">
                                          <p:val>
                                            <p:strVal val="#ppt_x"/>
                                          </p:val>
                                        </p:tav>
                                      </p:tavLst>
                                    </p:anim>
                                    <p:anim calcmode="lin" valueType="num">
                                      <p:cBhvr>
                                        <p:cTn id="18" dur="500" fill="hold"/>
                                        <p:tgtEl>
                                          <p:spTgt spid="13">
                                            <p:txEl>
                                              <p:pRg st="0" end="0"/>
                                            </p:txEl>
                                          </p:spTgt>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0"/>
                                  </p:stCondLst>
                                  <p:childTnLst>
                                    <p:set>
                                      <p:cBhvr>
                                        <p:cTn id="20" dur="1" fill="hold">
                                          <p:stCondLst>
                                            <p:cond delay="0"/>
                                          </p:stCondLst>
                                        </p:cTn>
                                        <p:tgtEl>
                                          <p:spTgt spid="14">
                                            <p:bg/>
                                          </p:spTgt>
                                        </p:tgtEl>
                                        <p:attrNameLst>
                                          <p:attrName>style.visibility</p:attrName>
                                        </p:attrNameLst>
                                      </p:cBhvr>
                                      <p:to>
                                        <p:strVal val="visible"/>
                                      </p:to>
                                    </p:set>
                                    <p:anim calcmode="lin" valueType="num">
                                      <p:cBhvr>
                                        <p:cTn id="21" dur="500" fill="hold"/>
                                        <p:tgtEl>
                                          <p:spTgt spid="14">
                                            <p:bg/>
                                          </p:spTgt>
                                        </p:tgtEl>
                                        <p:attrNameLst>
                                          <p:attrName>ppt_w</p:attrName>
                                        </p:attrNameLst>
                                      </p:cBhvr>
                                      <p:tavLst>
                                        <p:tav tm="0">
                                          <p:val>
                                            <p:fltVal val="0"/>
                                          </p:val>
                                        </p:tav>
                                        <p:tav tm="100000">
                                          <p:val>
                                            <p:strVal val="#ppt_w"/>
                                          </p:val>
                                        </p:tav>
                                      </p:tavLst>
                                    </p:anim>
                                    <p:anim calcmode="lin" valueType="num">
                                      <p:cBhvr>
                                        <p:cTn id="22" dur="500" fill="hold"/>
                                        <p:tgtEl>
                                          <p:spTgt spid="14">
                                            <p:bg/>
                                          </p:spTgt>
                                        </p:tgtEl>
                                        <p:attrNameLst>
                                          <p:attrName>ppt_h</p:attrName>
                                        </p:attrNameLst>
                                      </p:cBhvr>
                                      <p:tavLst>
                                        <p:tav tm="0">
                                          <p:val>
                                            <p:fltVal val="0"/>
                                          </p:val>
                                        </p:tav>
                                        <p:tav tm="100000">
                                          <p:val>
                                            <p:strVal val="#ppt_h"/>
                                          </p:val>
                                        </p:tav>
                                      </p:tavLst>
                                    </p:anim>
                                    <p:animEffect transition="in" filter="fade">
                                      <p:cBhvr>
                                        <p:cTn id="23" dur="500"/>
                                        <p:tgtEl>
                                          <p:spTgt spid="14">
                                            <p:bg/>
                                          </p:spTgt>
                                        </p:tgtEl>
                                      </p:cBhvr>
                                    </p:animEffect>
                                    <p:anim calcmode="lin" valueType="num">
                                      <p:cBhvr>
                                        <p:cTn id="24" dur="500" fill="hold"/>
                                        <p:tgtEl>
                                          <p:spTgt spid="14">
                                            <p:bg/>
                                          </p:spTgt>
                                        </p:tgtEl>
                                        <p:attrNameLst>
                                          <p:attrName>ppt_x</p:attrName>
                                        </p:attrNameLst>
                                      </p:cBhvr>
                                      <p:tavLst>
                                        <p:tav tm="0">
                                          <p:val>
                                            <p:fltVal val="0.5"/>
                                          </p:val>
                                        </p:tav>
                                        <p:tav tm="100000">
                                          <p:val>
                                            <p:strVal val="#ppt_x"/>
                                          </p:val>
                                        </p:tav>
                                      </p:tavLst>
                                    </p:anim>
                                    <p:anim calcmode="lin" valueType="num">
                                      <p:cBhvr>
                                        <p:cTn id="25" dur="500" fill="hold"/>
                                        <p:tgtEl>
                                          <p:spTgt spid="14">
                                            <p:bg/>
                                          </p:spTgt>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0"/>
                                  </p:stCondLst>
                                  <p:childTnLst>
                                    <p:set>
                                      <p:cBhvr>
                                        <p:cTn id="27" dur="1" fill="hold">
                                          <p:stCondLst>
                                            <p:cond delay="0"/>
                                          </p:stCondLst>
                                        </p:cTn>
                                        <p:tgtEl>
                                          <p:spTgt spid="14">
                                            <p:txEl>
                                              <p:pRg st="0" end="0"/>
                                            </p:txEl>
                                          </p:spTgt>
                                        </p:tgtEl>
                                        <p:attrNameLst>
                                          <p:attrName>style.visibility</p:attrName>
                                        </p:attrNameLst>
                                      </p:cBhvr>
                                      <p:to>
                                        <p:strVal val="visible"/>
                                      </p:to>
                                    </p:set>
                                    <p:anim calcmode="lin" valueType="num">
                                      <p:cBhvr>
                                        <p:cTn id="28"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14">
                                            <p:txEl>
                                              <p:pRg st="0" end="0"/>
                                            </p:txEl>
                                          </p:spTgt>
                                        </p:tgtEl>
                                      </p:cBhvr>
                                    </p:animEffect>
                                    <p:anim calcmode="lin" valueType="num">
                                      <p:cBhvr>
                                        <p:cTn id="31" dur="500" fill="hold"/>
                                        <p:tgtEl>
                                          <p:spTgt spid="14">
                                            <p:txEl>
                                              <p:pRg st="0" end="0"/>
                                            </p:txEl>
                                          </p:spTgt>
                                        </p:tgtEl>
                                        <p:attrNameLst>
                                          <p:attrName>ppt_x</p:attrName>
                                        </p:attrNameLst>
                                      </p:cBhvr>
                                      <p:tavLst>
                                        <p:tav tm="0">
                                          <p:val>
                                            <p:fltVal val="0.5"/>
                                          </p:val>
                                        </p:tav>
                                        <p:tav tm="100000">
                                          <p:val>
                                            <p:strVal val="#ppt_x"/>
                                          </p:val>
                                        </p:tav>
                                      </p:tavLst>
                                    </p:anim>
                                    <p:anim calcmode="lin" valueType="num">
                                      <p:cBhvr>
                                        <p:cTn id="32" dur="500" fill="hold"/>
                                        <p:tgtEl>
                                          <p:spTgt spid="14">
                                            <p:txEl>
                                              <p:pRg st="0" end="0"/>
                                            </p:txEl>
                                          </p:spTgt>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0"/>
                                  </p:stCondLst>
                                  <p:childTnLst>
                                    <p:set>
                                      <p:cBhvr>
                                        <p:cTn id="34" dur="1" fill="hold">
                                          <p:stCondLst>
                                            <p:cond delay="0"/>
                                          </p:stCondLst>
                                        </p:cTn>
                                        <p:tgtEl>
                                          <p:spTgt spid="15">
                                            <p:bg/>
                                          </p:spTgt>
                                        </p:tgtEl>
                                        <p:attrNameLst>
                                          <p:attrName>style.visibility</p:attrName>
                                        </p:attrNameLst>
                                      </p:cBhvr>
                                      <p:to>
                                        <p:strVal val="visible"/>
                                      </p:to>
                                    </p:set>
                                    <p:anim calcmode="lin" valueType="num">
                                      <p:cBhvr>
                                        <p:cTn id="35" dur="500" fill="hold"/>
                                        <p:tgtEl>
                                          <p:spTgt spid="15">
                                            <p:bg/>
                                          </p:spTgt>
                                        </p:tgtEl>
                                        <p:attrNameLst>
                                          <p:attrName>ppt_w</p:attrName>
                                        </p:attrNameLst>
                                      </p:cBhvr>
                                      <p:tavLst>
                                        <p:tav tm="0">
                                          <p:val>
                                            <p:fltVal val="0"/>
                                          </p:val>
                                        </p:tav>
                                        <p:tav tm="100000">
                                          <p:val>
                                            <p:strVal val="#ppt_w"/>
                                          </p:val>
                                        </p:tav>
                                      </p:tavLst>
                                    </p:anim>
                                    <p:anim calcmode="lin" valueType="num">
                                      <p:cBhvr>
                                        <p:cTn id="36" dur="500" fill="hold"/>
                                        <p:tgtEl>
                                          <p:spTgt spid="15">
                                            <p:bg/>
                                          </p:spTgt>
                                        </p:tgtEl>
                                        <p:attrNameLst>
                                          <p:attrName>ppt_h</p:attrName>
                                        </p:attrNameLst>
                                      </p:cBhvr>
                                      <p:tavLst>
                                        <p:tav tm="0">
                                          <p:val>
                                            <p:fltVal val="0"/>
                                          </p:val>
                                        </p:tav>
                                        <p:tav tm="100000">
                                          <p:val>
                                            <p:strVal val="#ppt_h"/>
                                          </p:val>
                                        </p:tav>
                                      </p:tavLst>
                                    </p:anim>
                                    <p:animEffect transition="in" filter="fade">
                                      <p:cBhvr>
                                        <p:cTn id="37" dur="500"/>
                                        <p:tgtEl>
                                          <p:spTgt spid="15">
                                            <p:bg/>
                                          </p:spTgt>
                                        </p:tgtEl>
                                      </p:cBhvr>
                                    </p:animEffect>
                                    <p:anim calcmode="lin" valueType="num">
                                      <p:cBhvr>
                                        <p:cTn id="38" dur="500" fill="hold"/>
                                        <p:tgtEl>
                                          <p:spTgt spid="15">
                                            <p:bg/>
                                          </p:spTgt>
                                        </p:tgtEl>
                                        <p:attrNameLst>
                                          <p:attrName>ppt_x</p:attrName>
                                        </p:attrNameLst>
                                      </p:cBhvr>
                                      <p:tavLst>
                                        <p:tav tm="0">
                                          <p:val>
                                            <p:fltVal val="0.5"/>
                                          </p:val>
                                        </p:tav>
                                        <p:tav tm="100000">
                                          <p:val>
                                            <p:strVal val="#ppt_x"/>
                                          </p:val>
                                        </p:tav>
                                      </p:tavLst>
                                    </p:anim>
                                    <p:anim calcmode="lin" valueType="num">
                                      <p:cBhvr>
                                        <p:cTn id="39" dur="500" fill="hold"/>
                                        <p:tgtEl>
                                          <p:spTgt spid="15">
                                            <p:bg/>
                                          </p:spTgt>
                                        </p:tgtEl>
                                        <p:attrNameLst>
                                          <p:attrName>ppt_y</p:attrName>
                                        </p:attrNameLst>
                                      </p:cBhvr>
                                      <p:tavLst>
                                        <p:tav tm="0">
                                          <p:val>
                                            <p:fltVal val="0.5"/>
                                          </p:val>
                                        </p:tav>
                                        <p:tav tm="100000">
                                          <p:val>
                                            <p:strVal val="#ppt_y"/>
                                          </p:val>
                                        </p:tav>
                                      </p:tavLst>
                                    </p:anim>
                                  </p:childTnLst>
                                </p:cTn>
                              </p:par>
                              <p:par>
                                <p:cTn id="40" presetID="53" presetClass="entr" presetSubtype="528" fill="hold" grpId="0" nodeType="with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 calcmode="lin" valueType="num">
                                      <p:cBhvr>
                                        <p:cTn id="42"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5">
                                            <p:txEl>
                                              <p:pRg st="0" end="0"/>
                                            </p:txEl>
                                          </p:spTgt>
                                        </p:tgtEl>
                                      </p:cBhvr>
                                    </p:animEffect>
                                    <p:anim calcmode="lin" valueType="num">
                                      <p:cBhvr>
                                        <p:cTn id="45" dur="500" fill="hold"/>
                                        <p:tgtEl>
                                          <p:spTgt spid="15">
                                            <p:txEl>
                                              <p:pRg st="0" end="0"/>
                                            </p:txEl>
                                          </p:spTgt>
                                        </p:tgtEl>
                                        <p:attrNameLst>
                                          <p:attrName>ppt_x</p:attrName>
                                        </p:attrNameLst>
                                      </p:cBhvr>
                                      <p:tavLst>
                                        <p:tav tm="0">
                                          <p:val>
                                            <p:fltVal val="0.5"/>
                                          </p:val>
                                        </p:tav>
                                        <p:tav tm="100000">
                                          <p:val>
                                            <p:strVal val="#ppt_x"/>
                                          </p:val>
                                        </p:tav>
                                      </p:tavLst>
                                    </p:anim>
                                    <p:anim calcmode="lin" valueType="num">
                                      <p:cBhvr>
                                        <p:cTn id="46" dur="500" fill="hold"/>
                                        <p:tgtEl>
                                          <p:spTgt spid="15">
                                            <p:txEl>
                                              <p:pRg st="0" end="0"/>
                                            </p:txEl>
                                          </p:spTgt>
                                        </p:tgtEl>
                                        <p:attrNameLst>
                                          <p:attrName>ppt_y</p:attrName>
                                        </p:attrNameLst>
                                      </p:cBhvr>
                                      <p:tavLst>
                                        <p:tav tm="0">
                                          <p:val>
                                            <p:fltVal val="0.5"/>
                                          </p:val>
                                        </p:tav>
                                        <p:tav tm="100000">
                                          <p:val>
                                            <p:strVal val="#ppt_y"/>
                                          </p:val>
                                        </p:tav>
                                      </p:tavLst>
                                    </p:anim>
                                  </p:childTnLst>
                                </p:cTn>
                              </p:par>
                              <p:par>
                                <p:cTn id="47" presetID="53" presetClass="entr" presetSubtype="528"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500" fill="hold"/>
                                        <p:tgtEl>
                                          <p:spTgt spid="17"/>
                                        </p:tgtEl>
                                        <p:attrNameLst>
                                          <p:attrName>ppt_w</p:attrName>
                                        </p:attrNameLst>
                                      </p:cBhvr>
                                      <p:tavLst>
                                        <p:tav tm="0">
                                          <p:val>
                                            <p:fltVal val="0"/>
                                          </p:val>
                                        </p:tav>
                                        <p:tav tm="100000">
                                          <p:val>
                                            <p:strVal val="#ppt_w"/>
                                          </p:val>
                                        </p:tav>
                                      </p:tavLst>
                                    </p:anim>
                                    <p:anim calcmode="lin" valueType="num">
                                      <p:cBhvr>
                                        <p:cTn id="50" dur="500" fill="hold"/>
                                        <p:tgtEl>
                                          <p:spTgt spid="17"/>
                                        </p:tgtEl>
                                        <p:attrNameLst>
                                          <p:attrName>ppt_h</p:attrName>
                                        </p:attrNameLst>
                                      </p:cBhvr>
                                      <p:tavLst>
                                        <p:tav tm="0">
                                          <p:val>
                                            <p:fltVal val="0"/>
                                          </p:val>
                                        </p:tav>
                                        <p:tav tm="100000">
                                          <p:val>
                                            <p:strVal val="#ppt_h"/>
                                          </p:val>
                                        </p:tav>
                                      </p:tavLst>
                                    </p:anim>
                                    <p:animEffect transition="in" filter="fade">
                                      <p:cBhvr>
                                        <p:cTn id="51" dur="500"/>
                                        <p:tgtEl>
                                          <p:spTgt spid="17"/>
                                        </p:tgtEl>
                                      </p:cBhvr>
                                    </p:animEffect>
                                    <p:anim calcmode="lin" valueType="num">
                                      <p:cBhvr>
                                        <p:cTn id="52" dur="500" fill="hold"/>
                                        <p:tgtEl>
                                          <p:spTgt spid="17"/>
                                        </p:tgtEl>
                                        <p:attrNameLst>
                                          <p:attrName>ppt_x</p:attrName>
                                        </p:attrNameLst>
                                      </p:cBhvr>
                                      <p:tavLst>
                                        <p:tav tm="0">
                                          <p:val>
                                            <p:fltVal val="0.5"/>
                                          </p:val>
                                        </p:tav>
                                        <p:tav tm="100000">
                                          <p:val>
                                            <p:strVal val="#ppt_x"/>
                                          </p:val>
                                        </p:tav>
                                      </p:tavLst>
                                    </p:anim>
                                    <p:anim calcmode="lin" valueType="num">
                                      <p:cBhvr>
                                        <p:cTn id="53" dur="500" fill="hold"/>
                                        <p:tgtEl>
                                          <p:spTgt spid="1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tmplLst>
          <p:tmpl>
            <p:tnLst>
              <p:par>
                <p:cTn presetID="53" presetClass="entr" presetSubtype="52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anim calcmode="lin" valueType="num">
                      <p:cBhvr>
                        <p:cTn dur="500" fill="hold"/>
                        <p:tgtEl>
                          <p:spTgt spid="13"/>
                        </p:tgtEl>
                        <p:attrNameLst>
                          <p:attrName>ppt_x</p:attrName>
                        </p:attrNameLst>
                      </p:cBhvr>
                      <p:tavLst>
                        <p:tav tm="0">
                          <p:val>
                            <p:fltVal val="0.5"/>
                          </p:val>
                        </p:tav>
                        <p:tav tm="100000">
                          <p:val>
                            <p:strVal val="#ppt_x"/>
                          </p:val>
                        </p:tav>
                      </p:tavLst>
                    </p:anim>
                    <p:anim calcmode="lin" valueType="num">
                      <p:cBhvr>
                        <p:cTn dur="500" fill="hold"/>
                        <p:tgtEl>
                          <p:spTgt spid="13"/>
                        </p:tgtEl>
                        <p:attrNameLst>
                          <p:attrName>ppt_y</p:attrName>
                        </p:attrNameLst>
                      </p:cBhvr>
                      <p:tavLst>
                        <p:tav tm="0">
                          <p:val>
                            <p:fltVal val="0.5"/>
                          </p:val>
                        </p:tav>
                        <p:tav tm="100000">
                          <p:val>
                            <p:strVal val="#ppt_y"/>
                          </p:val>
                        </p:tav>
                      </p:tavLst>
                    </p:anim>
                  </p:childTnLst>
                </p:cTn>
              </p:par>
            </p:tnLst>
          </p:tmpl>
          <p:tmpl lvl="1">
            <p:tnLst>
              <p:par>
                <p:cTn presetID="53" presetClass="entr" presetSubtype="52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anim calcmode="lin" valueType="num">
                      <p:cBhvr>
                        <p:cTn dur="500" fill="hold"/>
                        <p:tgtEl>
                          <p:spTgt spid="13"/>
                        </p:tgtEl>
                        <p:attrNameLst>
                          <p:attrName>ppt_x</p:attrName>
                        </p:attrNameLst>
                      </p:cBhvr>
                      <p:tavLst>
                        <p:tav tm="0">
                          <p:val>
                            <p:fltVal val="0.5"/>
                          </p:val>
                        </p:tav>
                        <p:tav tm="100000">
                          <p:val>
                            <p:strVal val="#ppt_x"/>
                          </p:val>
                        </p:tav>
                      </p:tavLst>
                    </p:anim>
                    <p:anim calcmode="lin" valueType="num">
                      <p:cBhvr>
                        <p:cTn dur="500" fill="hold"/>
                        <p:tgtEl>
                          <p:spTgt spid="13"/>
                        </p:tgtEl>
                        <p:attrNameLst>
                          <p:attrName>ppt_y</p:attrName>
                        </p:attrNameLst>
                      </p:cBhvr>
                      <p:tavLst>
                        <p:tav tm="0">
                          <p:val>
                            <p:fltVal val="0.5"/>
                          </p:val>
                        </p:tav>
                        <p:tav tm="100000">
                          <p:val>
                            <p:strVal val="#ppt_y"/>
                          </p:val>
                        </p:tav>
                      </p:tavLst>
                    </p:anim>
                  </p:childTnLst>
                </p:cTn>
              </p:par>
            </p:tnLst>
          </p:tmpl>
        </p:tmplLst>
      </p:bldP>
      <p:bldP spid="14" grpId="0" build="p" animBg="1">
        <p:tmplLst>
          <p:tmpl>
            <p:tnLst>
              <p:par>
                <p:cTn presetID="53" presetClass="entr" presetSubtype="528"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anim calcmode="lin" valueType="num">
                      <p:cBhvr>
                        <p:cTn dur="500" fill="hold"/>
                        <p:tgtEl>
                          <p:spTgt spid="14"/>
                        </p:tgtEl>
                        <p:attrNameLst>
                          <p:attrName>ppt_x</p:attrName>
                        </p:attrNameLst>
                      </p:cBhvr>
                      <p:tavLst>
                        <p:tav tm="0">
                          <p:val>
                            <p:fltVal val="0.5"/>
                          </p:val>
                        </p:tav>
                        <p:tav tm="100000">
                          <p:val>
                            <p:strVal val="#ppt_x"/>
                          </p:val>
                        </p:tav>
                      </p:tavLst>
                    </p:anim>
                    <p:anim calcmode="lin" valueType="num">
                      <p:cBhvr>
                        <p:cTn dur="500" fill="hold"/>
                        <p:tgtEl>
                          <p:spTgt spid="14"/>
                        </p:tgtEl>
                        <p:attrNameLst>
                          <p:attrName>ppt_y</p:attrName>
                        </p:attrNameLst>
                      </p:cBhvr>
                      <p:tavLst>
                        <p:tav tm="0">
                          <p:val>
                            <p:fltVal val="0.5"/>
                          </p:val>
                        </p:tav>
                        <p:tav tm="100000">
                          <p:val>
                            <p:strVal val="#ppt_y"/>
                          </p:val>
                        </p:tav>
                      </p:tavLst>
                    </p:anim>
                  </p:childTnLst>
                </p:cTn>
              </p:par>
            </p:tnLst>
          </p:tmpl>
          <p:tmpl lvl="1">
            <p:tnLst>
              <p:par>
                <p:cTn presetID="53" presetClass="entr" presetSubtype="528"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anim calcmode="lin" valueType="num">
                      <p:cBhvr>
                        <p:cTn dur="500" fill="hold"/>
                        <p:tgtEl>
                          <p:spTgt spid="14"/>
                        </p:tgtEl>
                        <p:attrNameLst>
                          <p:attrName>ppt_x</p:attrName>
                        </p:attrNameLst>
                      </p:cBhvr>
                      <p:tavLst>
                        <p:tav tm="0">
                          <p:val>
                            <p:fltVal val="0.5"/>
                          </p:val>
                        </p:tav>
                        <p:tav tm="100000">
                          <p:val>
                            <p:strVal val="#ppt_x"/>
                          </p:val>
                        </p:tav>
                      </p:tavLst>
                    </p:anim>
                    <p:anim calcmode="lin" valueType="num">
                      <p:cBhvr>
                        <p:cTn dur="500" fill="hold"/>
                        <p:tgtEl>
                          <p:spTgt spid="14"/>
                        </p:tgtEl>
                        <p:attrNameLst>
                          <p:attrName>ppt_y</p:attrName>
                        </p:attrNameLst>
                      </p:cBhvr>
                      <p:tavLst>
                        <p:tav tm="0">
                          <p:val>
                            <p:fltVal val="0.5"/>
                          </p:val>
                        </p:tav>
                        <p:tav tm="100000">
                          <p:val>
                            <p:strVal val="#ppt_y"/>
                          </p:val>
                        </p:tav>
                      </p:tavLst>
                    </p:anim>
                  </p:childTnLst>
                </p:cTn>
              </p:par>
            </p:tnLst>
          </p:tmpl>
        </p:tmplLst>
      </p:bldP>
      <p:bldP spid="15" grpId="0" build="p" animBg="1">
        <p:tmplLst>
          <p:tmpl>
            <p:tnLst>
              <p:par>
                <p:cTn presetID="53" presetClass="entr" presetSubtype="528"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p:cTn dur="500" fill="hold"/>
                        <p:tgtEl>
                          <p:spTgt spid="15"/>
                        </p:tgtEl>
                        <p:attrNameLst>
                          <p:attrName>ppt_w</p:attrName>
                        </p:attrNameLst>
                      </p:cBhvr>
                      <p:tavLst>
                        <p:tav tm="0">
                          <p:val>
                            <p:fltVal val="0"/>
                          </p:val>
                        </p:tav>
                        <p:tav tm="100000">
                          <p:val>
                            <p:strVal val="#ppt_w"/>
                          </p:val>
                        </p:tav>
                      </p:tavLst>
                    </p:anim>
                    <p:anim calcmode="lin" valueType="num">
                      <p:cBhvr>
                        <p:cTn dur="500" fill="hold"/>
                        <p:tgtEl>
                          <p:spTgt spid="15"/>
                        </p:tgtEl>
                        <p:attrNameLst>
                          <p:attrName>ppt_h</p:attrName>
                        </p:attrNameLst>
                      </p:cBhvr>
                      <p:tavLst>
                        <p:tav tm="0">
                          <p:val>
                            <p:fltVal val="0"/>
                          </p:val>
                        </p:tav>
                        <p:tav tm="100000">
                          <p:val>
                            <p:strVal val="#ppt_h"/>
                          </p:val>
                        </p:tav>
                      </p:tavLst>
                    </p:anim>
                    <p:animEffect transition="in" filter="fade">
                      <p:cBhvr>
                        <p:cTn dur="500"/>
                        <p:tgtEl>
                          <p:spTgt spid="15"/>
                        </p:tgtEl>
                      </p:cBhvr>
                    </p:animEffect>
                    <p:anim calcmode="lin" valueType="num">
                      <p:cBhvr>
                        <p:cTn dur="500" fill="hold"/>
                        <p:tgtEl>
                          <p:spTgt spid="15"/>
                        </p:tgtEl>
                        <p:attrNameLst>
                          <p:attrName>ppt_x</p:attrName>
                        </p:attrNameLst>
                      </p:cBhvr>
                      <p:tavLst>
                        <p:tav tm="0">
                          <p:val>
                            <p:fltVal val="0.5"/>
                          </p:val>
                        </p:tav>
                        <p:tav tm="100000">
                          <p:val>
                            <p:strVal val="#ppt_x"/>
                          </p:val>
                        </p:tav>
                      </p:tavLst>
                    </p:anim>
                    <p:anim calcmode="lin" valueType="num">
                      <p:cBhvr>
                        <p:cTn dur="500" fill="hold"/>
                        <p:tgtEl>
                          <p:spTgt spid="15"/>
                        </p:tgtEl>
                        <p:attrNameLst>
                          <p:attrName>ppt_y</p:attrName>
                        </p:attrNameLst>
                      </p:cBhvr>
                      <p:tavLst>
                        <p:tav tm="0">
                          <p:val>
                            <p:fltVal val="0.5"/>
                          </p:val>
                        </p:tav>
                        <p:tav tm="100000">
                          <p:val>
                            <p:strVal val="#ppt_y"/>
                          </p:val>
                        </p:tav>
                      </p:tavLst>
                    </p:anim>
                  </p:childTnLst>
                </p:cTn>
              </p:par>
            </p:tnLst>
          </p:tmpl>
          <p:tmpl lvl="1">
            <p:tnLst>
              <p:par>
                <p:cTn presetID="53" presetClass="entr" presetSubtype="528"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p:cTn dur="500" fill="hold"/>
                        <p:tgtEl>
                          <p:spTgt spid="15"/>
                        </p:tgtEl>
                        <p:attrNameLst>
                          <p:attrName>ppt_w</p:attrName>
                        </p:attrNameLst>
                      </p:cBhvr>
                      <p:tavLst>
                        <p:tav tm="0">
                          <p:val>
                            <p:fltVal val="0"/>
                          </p:val>
                        </p:tav>
                        <p:tav tm="100000">
                          <p:val>
                            <p:strVal val="#ppt_w"/>
                          </p:val>
                        </p:tav>
                      </p:tavLst>
                    </p:anim>
                    <p:anim calcmode="lin" valueType="num">
                      <p:cBhvr>
                        <p:cTn dur="500" fill="hold"/>
                        <p:tgtEl>
                          <p:spTgt spid="15"/>
                        </p:tgtEl>
                        <p:attrNameLst>
                          <p:attrName>ppt_h</p:attrName>
                        </p:attrNameLst>
                      </p:cBhvr>
                      <p:tavLst>
                        <p:tav tm="0">
                          <p:val>
                            <p:fltVal val="0"/>
                          </p:val>
                        </p:tav>
                        <p:tav tm="100000">
                          <p:val>
                            <p:strVal val="#ppt_h"/>
                          </p:val>
                        </p:tav>
                      </p:tavLst>
                    </p:anim>
                    <p:animEffect transition="in" filter="fade">
                      <p:cBhvr>
                        <p:cTn dur="500"/>
                        <p:tgtEl>
                          <p:spTgt spid="15"/>
                        </p:tgtEl>
                      </p:cBhvr>
                    </p:animEffect>
                    <p:anim calcmode="lin" valueType="num">
                      <p:cBhvr>
                        <p:cTn dur="500" fill="hold"/>
                        <p:tgtEl>
                          <p:spTgt spid="15"/>
                        </p:tgtEl>
                        <p:attrNameLst>
                          <p:attrName>ppt_x</p:attrName>
                        </p:attrNameLst>
                      </p:cBhvr>
                      <p:tavLst>
                        <p:tav tm="0">
                          <p:val>
                            <p:fltVal val="0.5"/>
                          </p:val>
                        </p:tav>
                        <p:tav tm="100000">
                          <p:val>
                            <p:strVal val="#ppt_x"/>
                          </p:val>
                        </p:tav>
                      </p:tavLst>
                    </p:anim>
                    <p:anim calcmode="lin" valueType="num">
                      <p:cBhvr>
                        <p:cTn dur="500" fill="hold"/>
                        <p:tgtEl>
                          <p:spTgt spid="15"/>
                        </p:tgtEl>
                        <p:attrNameLst>
                          <p:attrName>ppt_y</p:attrName>
                        </p:attrNameLst>
                      </p:cBhvr>
                      <p:tavLst>
                        <p:tav tm="0">
                          <p:val>
                            <p:fltVal val="0.5"/>
                          </p:val>
                        </p:tav>
                        <p:tav tm="100000">
                          <p:val>
                            <p:strVal val="#ppt_y"/>
                          </p:val>
                        </p:tav>
                      </p:tavLst>
                    </p:anim>
                  </p:childTnLst>
                </p:cTn>
              </p:par>
            </p:tnLst>
          </p:tmpl>
        </p:tmplLst>
      </p:bldP>
      <p:bldP spid="17" grpId="0" animBg="1"/>
    </p:bld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11887518" cy="3200365"/>
          </a:xfrm>
        </p:spPr>
        <p:txBody>
          <a:bodyPr/>
          <a:lstStyle>
            <a:lvl1pPr>
              <a:defRPr sz="5800">
                <a:gradFill>
                  <a:gsLst>
                    <a:gs pos="6195">
                      <a:schemeClr val="tx1"/>
                    </a:gs>
                    <a:gs pos="39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3954463"/>
            <a:ext cx="5486400" cy="2743200"/>
          </a:xfrm>
        </p:spPr>
        <p:txBody>
          <a:bodyPr/>
          <a:lstStyle>
            <a:lvl1pPr marL="0" indent="0">
              <a:buNone/>
              <a:defRPr sz="1600">
                <a:gradFill>
                  <a:gsLst>
                    <a:gs pos="1250">
                      <a:schemeClr val="tx1"/>
                    </a:gs>
                    <a:gs pos="100000">
                      <a:schemeClr val="tx1"/>
                    </a:gs>
                  </a:gsLst>
                  <a:lin ang="5400000" scaled="0"/>
                </a:gradFill>
                <a:latin typeface="+mn-lt"/>
              </a:defRPr>
            </a:lvl1pPr>
            <a:lvl2pPr>
              <a:defRPr sz="1600"/>
            </a:lvl2pPr>
            <a:lvl3pPr>
              <a:defRPr sz="1600"/>
            </a:lvl3pPr>
            <a:lvl4pPr>
              <a:defRPr sz="1600"/>
            </a:lvl4pPr>
            <a:lvl5pPr marL="1028700" indent="0">
              <a:buNone/>
              <a:defRPr sz="1600"/>
            </a:lvl5pPr>
          </a:lstStyle>
          <a:p>
            <a:pPr lvl="0"/>
            <a:r>
              <a:rPr lang="en-US" smtClean="0"/>
              <a:t>Click to edit Master text styles</a:t>
            </a:r>
          </a:p>
        </p:txBody>
      </p:sp>
      <p:pic>
        <p:nvPicPr>
          <p:cNvPr id="5" name="Picture 4"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991085"/>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11887518" cy="3200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3954463"/>
            <a:ext cx="5486400" cy="406265"/>
          </a:xfrm>
        </p:spPr>
        <p:txBody>
          <a:bodyPr/>
          <a:lstStyle>
            <a:lvl1pPr marL="0" indent="0">
              <a:buNone/>
              <a:defRPr sz="1600">
                <a:gradFill>
                  <a:gsLst>
                    <a:gs pos="92035">
                      <a:schemeClr val="tx1"/>
                    </a:gs>
                    <a:gs pos="84000">
                      <a:schemeClr val="tx1"/>
                    </a:gs>
                  </a:gsLst>
                  <a:lin ang="5400000" scaled="0"/>
                </a:gradFill>
                <a:latin typeface="+mn-lt"/>
              </a:defRPr>
            </a:lvl1pPr>
            <a:lvl2pPr>
              <a:defRPr sz="1600">
                <a:gradFill>
                  <a:gsLst>
                    <a:gs pos="94030">
                      <a:srgbClr val="FFFFFF"/>
                    </a:gs>
                    <a:gs pos="68000">
                      <a:srgbClr val="FFFFFF"/>
                    </a:gs>
                  </a:gsLst>
                  <a:lin ang="5400000" scaled="0"/>
                </a:gradFill>
              </a:defRPr>
            </a:lvl2pPr>
            <a:lvl3pPr>
              <a:defRPr sz="1600">
                <a:gradFill>
                  <a:gsLst>
                    <a:gs pos="94030">
                      <a:srgbClr val="FFFFFF"/>
                    </a:gs>
                    <a:gs pos="68000">
                      <a:srgbClr val="FFFFFF"/>
                    </a:gs>
                  </a:gsLst>
                  <a:lin ang="5400000" scaled="0"/>
                </a:gradFill>
              </a:defRPr>
            </a:lvl3pPr>
            <a:lvl4pPr>
              <a:defRPr sz="1600">
                <a:gradFill>
                  <a:gsLst>
                    <a:gs pos="94030">
                      <a:srgbClr val="FFFFFF"/>
                    </a:gs>
                    <a:gs pos="68000">
                      <a:srgbClr val="FFFFFF"/>
                    </a:gs>
                  </a:gsLst>
                  <a:lin ang="5400000" scaled="0"/>
                </a:gradFill>
              </a:defRPr>
            </a:lvl4pPr>
            <a:lvl5pPr>
              <a:defRPr sz="1600">
                <a:gradFill>
                  <a:gsLst>
                    <a:gs pos="94030">
                      <a:srgbClr val="FFFFFF"/>
                    </a:gs>
                    <a:gs pos="68000">
                      <a:srgbClr val="FFFFFF"/>
                    </a:gs>
                  </a:gsLst>
                  <a:lin ang="5400000" scaled="0"/>
                </a:gradFill>
              </a:defRPr>
            </a:lvl5pPr>
          </a:lstStyle>
          <a:p>
            <a:pPr lvl="0"/>
            <a:r>
              <a:rPr lang="en-US" smtClean="0"/>
              <a:t>Click to edit Master text styles</a:t>
            </a:r>
          </a:p>
        </p:txBody>
      </p:sp>
    </p:spTree>
    <p:extLst>
      <p:ext uri="{BB962C8B-B14F-4D97-AF65-F5344CB8AC3E}">
        <p14:creationId xmlns:p14="http://schemas.microsoft.com/office/powerpoint/2010/main" val="390295316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urple">
    <p:bg bwMode="lt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11887518" cy="3200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3954463"/>
            <a:ext cx="5486400" cy="2743200"/>
          </a:xfrm>
        </p:spPr>
        <p:txBody>
          <a:bodyPr/>
          <a:lstStyle>
            <a:lvl1pPr marL="0" indent="0">
              <a:buNone/>
              <a:defRPr sz="1600">
                <a:gradFill>
                  <a:gsLst>
                    <a:gs pos="94690">
                      <a:schemeClr val="tx1"/>
                    </a:gs>
                    <a:gs pos="86000">
                      <a:schemeClr val="tx1"/>
                    </a:gs>
                  </a:gsLst>
                  <a:lin ang="5400000" scaled="0"/>
                </a:gradFill>
                <a:latin typeface="+mn-lt"/>
              </a:defRPr>
            </a:lvl1pPr>
            <a:lvl2pPr>
              <a:defRPr sz="1600">
                <a:gradFill>
                  <a:gsLst>
                    <a:gs pos="94030">
                      <a:srgbClr val="FFFFFF"/>
                    </a:gs>
                    <a:gs pos="68000">
                      <a:srgbClr val="FFFFFF"/>
                    </a:gs>
                  </a:gsLst>
                  <a:lin ang="5400000" scaled="0"/>
                </a:gradFill>
              </a:defRPr>
            </a:lvl2pPr>
            <a:lvl3pPr>
              <a:defRPr sz="1600">
                <a:gradFill>
                  <a:gsLst>
                    <a:gs pos="94030">
                      <a:srgbClr val="FFFFFF"/>
                    </a:gs>
                    <a:gs pos="68000">
                      <a:srgbClr val="FFFFFF"/>
                    </a:gs>
                  </a:gsLst>
                  <a:lin ang="5400000" scaled="0"/>
                </a:gradFill>
              </a:defRPr>
            </a:lvl3pPr>
            <a:lvl4pPr>
              <a:defRPr sz="1600">
                <a:gradFill>
                  <a:gsLst>
                    <a:gs pos="94030">
                      <a:srgbClr val="FFFFFF"/>
                    </a:gs>
                    <a:gs pos="68000">
                      <a:srgbClr val="FFFFFF"/>
                    </a:gs>
                  </a:gsLst>
                  <a:lin ang="5400000" scaled="0"/>
                </a:gradFill>
              </a:defRPr>
            </a:lvl4pPr>
            <a:lvl5pPr>
              <a:defRPr sz="1600">
                <a:gradFill>
                  <a:gsLst>
                    <a:gs pos="94030">
                      <a:srgbClr val="FFFFFF"/>
                    </a:gs>
                    <a:gs pos="68000">
                      <a:srgbClr val="FFFFFF"/>
                    </a:gs>
                  </a:gsLst>
                  <a:lin ang="5400000" scaled="0"/>
                </a:gradFill>
              </a:defRPr>
            </a:lvl5pPr>
          </a:lstStyle>
          <a:p>
            <a:pPr lvl="0"/>
            <a:r>
              <a:rPr lang="en-US" smtClean="0"/>
              <a:t>Click to edit Master text styles</a:t>
            </a:r>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274320" y="6748291"/>
            <a:ext cx="852649" cy="18616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05419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2">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3729180743"/>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2 Gray">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99115">
                      <a:schemeClr val="tx1"/>
                    </a:gs>
                    <a:gs pos="87611">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517065"/>
          </a:xfrm>
        </p:spPr>
        <p:txBody>
          <a:bodyPr/>
          <a:lstStyle>
            <a:lvl1pPr marL="0" indent="0">
              <a:buNone/>
              <a:defRPr sz="2400">
                <a:gradFill>
                  <a:gsLst>
                    <a:gs pos="14159">
                      <a:schemeClr val="tx1"/>
                    </a:gs>
                    <a:gs pos="31000">
                      <a:schemeClr val="tx1"/>
                    </a:gs>
                  </a:gsLst>
                  <a:lin ang="5400000" scaled="0"/>
                </a:gradFill>
                <a:latin typeface="+mn-lt"/>
              </a:defRPr>
            </a:lvl1pPr>
            <a:lvl2pPr>
              <a:defRPr sz="2400">
                <a:gradFill>
                  <a:gsLst>
                    <a:gs pos="5224">
                      <a:srgbClr val="FFFFFF"/>
                    </a:gs>
                    <a:gs pos="31000">
                      <a:srgbClr val="FFFFFF"/>
                    </a:gs>
                  </a:gsLst>
                  <a:lin ang="5400000" scaled="0"/>
                </a:gradFill>
              </a:defRPr>
            </a:lvl2pPr>
            <a:lvl3pPr>
              <a:defRPr sz="2400">
                <a:gradFill>
                  <a:gsLst>
                    <a:gs pos="5224">
                      <a:srgbClr val="FFFFFF"/>
                    </a:gs>
                    <a:gs pos="31000">
                      <a:srgbClr val="FFFFFF"/>
                    </a:gs>
                  </a:gsLst>
                  <a:lin ang="5400000" scaled="0"/>
                </a:gradFill>
              </a:defRPr>
            </a:lvl3pPr>
            <a:lvl4pPr>
              <a:defRPr sz="2400">
                <a:gradFill>
                  <a:gsLst>
                    <a:gs pos="5224">
                      <a:srgbClr val="FFFFFF"/>
                    </a:gs>
                    <a:gs pos="31000">
                      <a:srgbClr val="FFFFFF"/>
                    </a:gs>
                  </a:gsLst>
                  <a:lin ang="5400000" scaled="0"/>
                </a:gradFill>
              </a:defRPr>
            </a:lvl4pPr>
            <a:lvl5pPr>
              <a:defRPr sz="2400">
                <a:gradFill>
                  <a:gsLst>
                    <a:gs pos="5224">
                      <a:srgbClr val="FFFFFF"/>
                    </a:gs>
                    <a:gs pos="31000">
                      <a:srgbClr val="FFFFFF"/>
                    </a:gs>
                  </a:gsLst>
                  <a:lin ang="5400000" scaled="0"/>
                </a:gradFill>
              </a:defRPr>
            </a:lvl5pPr>
          </a:lstStyle>
          <a:p>
            <a:pPr lvl="0"/>
            <a:r>
              <a:rPr lang="en-US" smtClean="0"/>
              <a:t>Click to edit Master text styles</a:t>
            </a:r>
          </a:p>
        </p:txBody>
      </p:sp>
    </p:spTree>
    <p:extLst>
      <p:ext uri="{BB962C8B-B14F-4D97-AF65-F5344CB8AC3E}">
        <p14:creationId xmlns:p14="http://schemas.microsoft.com/office/powerpoint/2010/main" val="160361863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2 Orange">
    <p:bg bwMode="lt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85821">
                      <a:schemeClr val="tx1"/>
                    </a:gs>
                    <a:gs pos="61194">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517065"/>
          </a:xfrm>
        </p:spPr>
        <p:txBody>
          <a:bodyPr/>
          <a:lstStyle>
            <a:lvl1pPr marL="0" indent="0">
              <a:buNone/>
              <a:defRPr sz="2400">
                <a:gradFill>
                  <a:gsLst>
                    <a:gs pos="54867">
                      <a:schemeClr val="tx1"/>
                    </a:gs>
                    <a:gs pos="31000">
                      <a:schemeClr val="tx1"/>
                    </a:gs>
                  </a:gsLst>
                  <a:lin ang="5400000" scaled="0"/>
                </a:gradFill>
                <a:latin typeface="+mn-lt"/>
              </a:defRPr>
            </a:lvl1pPr>
            <a:lvl2pPr>
              <a:defRPr sz="2400">
                <a:gradFill>
                  <a:gsLst>
                    <a:gs pos="5224">
                      <a:srgbClr val="FFFFFF"/>
                    </a:gs>
                    <a:gs pos="31000">
                      <a:srgbClr val="FFFFFF"/>
                    </a:gs>
                  </a:gsLst>
                  <a:lin ang="5400000" scaled="0"/>
                </a:gradFill>
              </a:defRPr>
            </a:lvl2pPr>
            <a:lvl3pPr>
              <a:defRPr sz="2400">
                <a:gradFill>
                  <a:gsLst>
                    <a:gs pos="5224">
                      <a:srgbClr val="FFFFFF"/>
                    </a:gs>
                    <a:gs pos="31000">
                      <a:srgbClr val="FFFFFF"/>
                    </a:gs>
                  </a:gsLst>
                  <a:lin ang="5400000" scaled="0"/>
                </a:gradFill>
              </a:defRPr>
            </a:lvl3pPr>
            <a:lvl4pPr>
              <a:defRPr sz="2400">
                <a:gradFill>
                  <a:gsLst>
                    <a:gs pos="5224">
                      <a:srgbClr val="FFFFFF"/>
                    </a:gs>
                    <a:gs pos="31000">
                      <a:srgbClr val="FFFFFF"/>
                    </a:gs>
                  </a:gsLst>
                  <a:lin ang="5400000" scaled="0"/>
                </a:gradFill>
              </a:defRPr>
            </a:lvl4pPr>
            <a:lvl5pPr>
              <a:defRPr sz="2400">
                <a:gradFill>
                  <a:gsLst>
                    <a:gs pos="5224">
                      <a:srgbClr val="FFFFFF"/>
                    </a:gs>
                    <a:gs pos="31000">
                      <a:srgbClr val="FFFFFF"/>
                    </a:gs>
                  </a:gsLst>
                  <a:lin ang="5400000" scaled="0"/>
                </a:gradFill>
              </a:defRPr>
            </a:lvl5pPr>
          </a:lstStyle>
          <a:p>
            <a:pPr lvl="0"/>
            <a:r>
              <a:rPr lang="en-US" smtClean="0"/>
              <a:t>Click to edit Master text styles</a:t>
            </a:r>
          </a:p>
        </p:txBody>
      </p:sp>
    </p:spTree>
    <p:extLst>
      <p:ext uri="{BB962C8B-B14F-4D97-AF65-F5344CB8AC3E}">
        <p14:creationId xmlns:p14="http://schemas.microsoft.com/office/powerpoint/2010/main" val="339942973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3"/>
            <a:ext cx="10972800" cy="4398938"/>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1957897"/>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amp; Content Only">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1"/>
            <a:ext cx="6002338" cy="6994525"/>
          </a:xfrm>
        </p:spPr>
        <p:txBody>
          <a:bodyPr/>
          <a:lstStyle>
            <a:lvl1pPr marL="0" indent="0">
              <a:buNone/>
              <a:defRPr/>
            </a:lvl1pPr>
          </a:lstStyle>
          <a:p>
            <a:r>
              <a:rPr lang="en-US" dirty="0" smtClean="0"/>
              <a:t>Click icon to add picture</a:t>
            </a:r>
            <a:endParaRPr lang="en-US" dirty="0"/>
          </a:p>
        </p:txBody>
      </p:sp>
      <p:sp>
        <p:nvSpPr>
          <p:cNvPr id="6" name="Content Placeholder 5"/>
          <p:cNvSpPr>
            <a:spLocks noGrp="1"/>
          </p:cNvSpPr>
          <p:nvPr>
            <p:ph sz="quarter" idx="10"/>
          </p:nvPr>
        </p:nvSpPr>
        <p:spPr>
          <a:xfrm>
            <a:off x="5761038" y="1211263"/>
            <a:ext cx="6400800" cy="600164"/>
          </a:xfrm>
        </p:spPr>
        <p:txBody>
          <a:bodyPr/>
          <a:lstStyle>
            <a:lvl1pPr marL="0" indent="0">
              <a:buNone/>
              <a:defRPr sz="3000"/>
            </a:lvl1pPr>
          </a:lstStyle>
          <a:p>
            <a:pPr lvl="0"/>
            <a:r>
              <a:rPr lang="en-US" smtClean="0"/>
              <a:t>Click to edit Master text styles</a:t>
            </a:r>
          </a:p>
        </p:txBody>
      </p:sp>
    </p:spTree>
    <p:extLst>
      <p:ext uri="{BB962C8B-B14F-4D97-AF65-F5344CB8AC3E}">
        <p14:creationId xmlns:p14="http://schemas.microsoft.com/office/powerpoint/2010/main" val="2354108573"/>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3276977059"/>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amp; Conten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38"/>
            <a:ext cx="9144000" cy="683264"/>
          </a:xfrm>
        </p:spPr>
        <p:txBody>
          <a:bodyPr/>
          <a:lstStyle>
            <a:lvl1pPr marL="0" indent="0">
              <a:buNone/>
              <a:defRPr sz="3600"/>
            </a:lvl1pPr>
            <a:lvl2pPr>
              <a:defRPr sz="3600"/>
            </a:lvl2pPr>
            <a:lvl3pPr>
              <a:defRPr sz="3600"/>
            </a:lvl3pPr>
            <a:lvl4pPr>
              <a:defRPr sz="3600"/>
            </a:lvl4pPr>
            <a:lvl5pPr>
              <a:defRPr sz="3600"/>
            </a:lvl5pPr>
          </a:lstStyle>
          <a:p>
            <a:pPr lvl="0"/>
            <a:r>
              <a:rPr lang="en-US" smtClean="0"/>
              <a:t>Click to edit Master text styles</a:t>
            </a:r>
          </a:p>
        </p:txBody>
      </p:sp>
    </p:spTree>
    <p:extLst>
      <p:ext uri="{BB962C8B-B14F-4D97-AF65-F5344CB8AC3E}">
        <p14:creationId xmlns:p14="http://schemas.microsoft.com/office/powerpoint/2010/main" val="2041885242"/>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box">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3657600" cy="433965"/>
          </a:xfrm>
        </p:spPr>
        <p:txBody>
          <a:bodyPr/>
          <a:lstStyle>
            <a:lvl1pPr marL="0" indent="0">
              <a:buNone/>
              <a:defRPr sz="1800">
                <a:latin typeface="+mn-lt"/>
              </a:defRPr>
            </a:lvl1pPr>
            <a:lvl2pPr>
              <a:defRPr sz="1800"/>
            </a:lvl2pPr>
            <a:lvl3pPr>
              <a:defRPr sz="1800"/>
            </a:lvl3pPr>
            <a:lvl4pPr>
              <a:defRPr sz="1800"/>
            </a:lvl4pPr>
            <a:lvl5pPr>
              <a:defRPr sz="1800"/>
            </a:lvl5pPr>
          </a:lstStyle>
          <a:p>
            <a:pPr lvl="0"/>
            <a:r>
              <a:rPr lang="en-US" smtClean="0"/>
              <a:t>Click to edit Master text styles</a:t>
            </a:r>
          </a:p>
        </p:txBody>
      </p:sp>
    </p:spTree>
    <p:extLst>
      <p:ext uri="{BB962C8B-B14F-4D97-AF65-F5344CB8AC3E}">
        <p14:creationId xmlns:p14="http://schemas.microsoft.com/office/powerpoint/2010/main" val="1336828959"/>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photo">
    <p:bg bwMode="ltGray">
      <p:bgRef idx="1001">
        <a:schemeClr val="bg1"/>
      </p:bgRef>
    </p:bg>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2436475" cy="6994525"/>
          </a:xfrm>
        </p:spPr>
        <p:txBody>
          <a:bodyPr/>
          <a:lstStyle/>
          <a:p>
            <a:r>
              <a:rPr lang="en-US" dirty="0" smtClean="0"/>
              <a:t>Click icon to add picture</a:t>
            </a:r>
            <a:endParaRPr lang="en-US" dirty="0"/>
          </a:p>
        </p:txBody>
      </p:sp>
      <p:sp>
        <p:nvSpPr>
          <p:cNvPr id="2" name="Title 1"/>
          <p:cNvSpPr>
            <a:spLocks noGrp="1"/>
          </p:cNvSpPr>
          <p:nvPr>
            <p:ph type="title"/>
          </p:nvPr>
        </p:nvSpPr>
        <p:spPr/>
        <p:txBody>
          <a:bodyPr/>
          <a:lstStyle>
            <a:lvl1pPr>
              <a:defRPr sz="4800">
                <a:gradFill>
                  <a:gsLst>
                    <a:gs pos="69027">
                      <a:schemeClr val="tx1"/>
                    </a:gs>
                    <a:gs pos="22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4141639646"/>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mp; 4 Categories">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11889564" cy="752093"/>
          </a:xfrm>
        </p:spPr>
        <p:txBody>
          <a:bodyPr/>
          <a:lstStyle>
            <a:lvl1pPr>
              <a:defRPr sz="3600"/>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3040063"/>
            <a:ext cx="11887200" cy="517065"/>
          </a:xfrm>
        </p:spPr>
        <p:txBody>
          <a:bodyPr/>
          <a:lstStyle>
            <a:lvl1pPr marL="0" indent="0">
              <a:buNone/>
              <a:defRPr sz="2400"/>
            </a:lvl1pPr>
          </a:lstStyle>
          <a:p>
            <a:pPr lvl="0"/>
            <a:r>
              <a:rPr lang="en-US" smtClean="0"/>
              <a:t>Click to edit Master text styles</a:t>
            </a:r>
          </a:p>
        </p:txBody>
      </p:sp>
      <p:sp>
        <p:nvSpPr>
          <p:cNvPr id="6" name="Content Placeholder 5"/>
          <p:cNvSpPr>
            <a:spLocks noGrp="1"/>
          </p:cNvSpPr>
          <p:nvPr>
            <p:ph sz="quarter" idx="11"/>
          </p:nvPr>
        </p:nvSpPr>
        <p:spPr>
          <a:xfrm>
            <a:off x="274638" y="3954463"/>
            <a:ext cx="2743200" cy="2743200"/>
          </a:xfrm>
          <a:solidFill>
            <a:schemeClr val="accent1"/>
          </a:solidFill>
        </p:spPr>
        <p:txBody>
          <a:bodyPr lIns="182880" tIns="146304" rIns="182880" bIns="146304">
            <a:noAutofit/>
          </a:bodyPr>
          <a:lstStyle>
            <a:lvl1pPr marL="0" indent="0">
              <a:buNone/>
              <a:defRPr sz="2400">
                <a:gradFill>
                  <a:gsLst>
                    <a:gs pos="2655">
                      <a:schemeClr val="bg1"/>
                    </a:gs>
                    <a:gs pos="29000">
                      <a:schemeClr val="bg1"/>
                    </a:gs>
                  </a:gsLst>
                  <a:lin ang="5400000" scaled="0"/>
                </a:gradFill>
              </a:defRPr>
            </a:lvl1pPr>
            <a:lvl2pPr>
              <a:defRPr sz="2400"/>
            </a:lvl2pPr>
            <a:lvl3pPr>
              <a:defRPr sz="2400"/>
            </a:lvl3pPr>
            <a:lvl4pPr>
              <a:defRPr sz="2400"/>
            </a:lvl4pPr>
            <a:lvl5pPr>
              <a:defRPr sz="2400"/>
            </a:lvl5pPr>
          </a:lstStyle>
          <a:p>
            <a:pPr lvl="0"/>
            <a:r>
              <a:rPr lang="en-US" smtClean="0"/>
              <a:t>Click to edit Master text styles</a:t>
            </a:r>
          </a:p>
        </p:txBody>
      </p:sp>
      <p:sp>
        <p:nvSpPr>
          <p:cNvPr id="7" name="Content Placeholder 5"/>
          <p:cNvSpPr>
            <a:spLocks noGrp="1"/>
          </p:cNvSpPr>
          <p:nvPr>
            <p:ph sz="quarter" idx="12"/>
          </p:nvPr>
        </p:nvSpPr>
        <p:spPr>
          <a:xfrm>
            <a:off x="3321740" y="3954463"/>
            <a:ext cx="2743200" cy="2743200"/>
          </a:xfrm>
          <a:solidFill>
            <a:schemeClr val="accent1"/>
          </a:solidFill>
        </p:spPr>
        <p:txBody>
          <a:bodyPr lIns="182880" tIns="146304" rIns="182880" bIns="146304">
            <a:noAutofit/>
          </a:bodyPr>
          <a:lstStyle>
            <a:lvl1pPr marL="0" indent="0">
              <a:buNone/>
              <a:defRPr sz="2400">
                <a:gradFill>
                  <a:gsLst>
                    <a:gs pos="2655">
                      <a:schemeClr val="bg1"/>
                    </a:gs>
                    <a:gs pos="29000">
                      <a:schemeClr val="bg1"/>
                    </a:gs>
                  </a:gsLst>
                  <a:lin ang="5400000" scaled="0"/>
                </a:gradFill>
              </a:defRPr>
            </a:lvl1pPr>
            <a:lvl2pPr>
              <a:defRPr sz="2400"/>
            </a:lvl2pPr>
            <a:lvl3pPr>
              <a:defRPr sz="2400"/>
            </a:lvl3pPr>
            <a:lvl4pPr>
              <a:defRPr sz="2400"/>
            </a:lvl4pPr>
            <a:lvl5pPr>
              <a:defRPr sz="2400"/>
            </a:lvl5pPr>
          </a:lstStyle>
          <a:p>
            <a:pPr lvl="0"/>
            <a:r>
              <a:rPr lang="en-US" smtClean="0"/>
              <a:t>Click to edit Master text styles</a:t>
            </a:r>
          </a:p>
        </p:txBody>
      </p:sp>
      <p:sp>
        <p:nvSpPr>
          <p:cNvPr id="8" name="Content Placeholder 5"/>
          <p:cNvSpPr>
            <a:spLocks noGrp="1"/>
          </p:cNvSpPr>
          <p:nvPr>
            <p:ph sz="quarter" idx="13"/>
          </p:nvPr>
        </p:nvSpPr>
        <p:spPr>
          <a:xfrm>
            <a:off x="6368842" y="3954463"/>
            <a:ext cx="2743200" cy="2743200"/>
          </a:xfrm>
          <a:solidFill>
            <a:schemeClr val="accent1"/>
          </a:solidFill>
        </p:spPr>
        <p:txBody>
          <a:bodyPr lIns="182880" tIns="146304" rIns="182880" bIns="146304">
            <a:noAutofit/>
          </a:bodyPr>
          <a:lstStyle>
            <a:lvl1pPr marL="0" indent="0">
              <a:buNone/>
              <a:defRPr sz="2400">
                <a:gradFill>
                  <a:gsLst>
                    <a:gs pos="2655">
                      <a:schemeClr val="bg1"/>
                    </a:gs>
                    <a:gs pos="29000">
                      <a:schemeClr val="bg1"/>
                    </a:gs>
                  </a:gsLst>
                  <a:lin ang="5400000" scaled="0"/>
                </a:gradFill>
              </a:defRPr>
            </a:lvl1pPr>
            <a:lvl2pPr>
              <a:defRPr sz="2400"/>
            </a:lvl2pPr>
            <a:lvl3pPr>
              <a:defRPr sz="2400"/>
            </a:lvl3pPr>
            <a:lvl4pPr>
              <a:defRPr sz="2400"/>
            </a:lvl4pPr>
            <a:lvl5pPr>
              <a:defRPr sz="2400"/>
            </a:lvl5pPr>
          </a:lstStyle>
          <a:p>
            <a:pPr lvl="0"/>
            <a:r>
              <a:rPr lang="en-US" smtClean="0"/>
              <a:t>Click to edit Master text styles</a:t>
            </a:r>
          </a:p>
        </p:txBody>
      </p:sp>
      <p:sp>
        <p:nvSpPr>
          <p:cNvPr id="9" name="Content Placeholder 5"/>
          <p:cNvSpPr>
            <a:spLocks noGrp="1"/>
          </p:cNvSpPr>
          <p:nvPr>
            <p:ph sz="quarter" idx="14"/>
          </p:nvPr>
        </p:nvSpPr>
        <p:spPr>
          <a:xfrm>
            <a:off x="9415945" y="3954463"/>
            <a:ext cx="2743200" cy="2743200"/>
          </a:xfrm>
          <a:solidFill>
            <a:schemeClr val="accent1"/>
          </a:solidFill>
        </p:spPr>
        <p:txBody>
          <a:bodyPr lIns="182880" tIns="146304" rIns="182880" bIns="146304">
            <a:noAutofit/>
          </a:bodyPr>
          <a:lstStyle>
            <a:lvl1pPr marL="0" indent="0">
              <a:buNone/>
              <a:defRPr sz="2400">
                <a:gradFill>
                  <a:gsLst>
                    <a:gs pos="2655">
                      <a:schemeClr val="bg1"/>
                    </a:gs>
                    <a:gs pos="29000">
                      <a:schemeClr val="bg1"/>
                    </a:gs>
                  </a:gsLst>
                  <a:lin ang="5400000" scaled="0"/>
                </a:gradFill>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2912629929"/>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Dark Content Box">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37"/>
            <a:ext cx="5486400" cy="5000626"/>
          </a:xfrm>
          <a:solidFill>
            <a:schemeClr val="accent1">
              <a:alpha val="90000"/>
            </a:schemeClr>
          </a:solidFill>
        </p:spPr>
        <p:txBody>
          <a:bodyPr lIns="182880" tIns="146304" rIns="182880" bIns="146304">
            <a:noAutofit/>
          </a:bodyPr>
          <a:lstStyle>
            <a:lvl1pPr marL="0" indent="0">
              <a:buNone/>
              <a:defRPr sz="2400">
                <a:gradFill>
                  <a:gsLst>
                    <a:gs pos="10619">
                      <a:schemeClr val="bg1"/>
                    </a:gs>
                    <a:gs pos="33000">
                      <a:schemeClr val="bg1"/>
                    </a:gs>
                  </a:gsLst>
                  <a:lin ang="5400000" scaled="0"/>
                </a:gradFill>
              </a:defRPr>
            </a:lvl1pPr>
            <a:lvl2pPr>
              <a:defRPr sz="2000"/>
            </a:lvl2pPr>
            <a:lvl3pPr>
              <a:defRPr sz="2000"/>
            </a:lvl3pPr>
            <a:lvl4pPr>
              <a:defRPr sz="1800"/>
            </a:lvl4pPr>
            <a:lvl5pPr>
              <a:defRPr sz="1800"/>
            </a:lvl5pPr>
          </a:lstStyle>
          <a:p>
            <a:pPr lvl="0"/>
            <a:r>
              <a:rPr lang="en-US" smtClean="0"/>
              <a:t>Click to edit Master text styles</a:t>
            </a:r>
          </a:p>
        </p:txBody>
      </p:sp>
    </p:spTree>
    <p:extLst>
      <p:ext uri="{BB962C8B-B14F-4D97-AF65-F5344CB8AC3E}">
        <p14:creationId xmlns:p14="http://schemas.microsoft.com/office/powerpoint/2010/main" val="3290819153"/>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Only">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smtClean="0"/>
              <a:t>Click to edit Master title style</a:t>
            </a:r>
            <a:endParaRPr lang="en-US" dirty="0"/>
          </a:p>
        </p:txBody>
      </p:sp>
    </p:spTree>
    <p:extLst>
      <p:ext uri="{BB962C8B-B14F-4D97-AF65-F5344CB8AC3E}">
        <p14:creationId xmlns:p14="http://schemas.microsoft.com/office/powerpoint/2010/main" val="740400867"/>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5390026"/>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Title 1">
    <p:bg bwMode="ltGray">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278608" y="296863"/>
            <a:ext cx="11887200" cy="6247693"/>
            <a:chOff x="274638" y="297107"/>
            <a:chExt cx="11887200" cy="6247693"/>
          </a:xfrm>
        </p:grpSpPr>
        <p:pic>
          <p:nvPicPr>
            <p:cNvPr id="4" name="Picture 3" descr="NewGridTile_8x8.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4638" y="298483"/>
              <a:ext cx="3657356" cy="3657356"/>
            </a:xfrm>
            <a:prstGeom prst="rect">
              <a:avLst/>
            </a:prstGeom>
          </p:spPr>
        </p:pic>
        <p:pic>
          <p:nvPicPr>
            <p:cNvPr id="5" name="Picture 4" descr="NewGridTile_8x8.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89838" y="298727"/>
              <a:ext cx="3657356" cy="3657356"/>
            </a:xfrm>
            <a:prstGeom prst="rect">
              <a:avLst/>
            </a:prstGeom>
          </p:spPr>
        </p:pic>
        <p:pic>
          <p:nvPicPr>
            <p:cNvPr id="6" name="Picture 5" descr="NewGridTile_8x8.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2482" y="298483"/>
              <a:ext cx="3657356" cy="3657356"/>
            </a:xfrm>
            <a:prstGeom prst="rect">
              <a:avLst/>
            </a:prstGeom>
          </p:spPr>
        </p:pic>
        <p:pic>
          <p:nvPicPr>
            <p:cNvPr id="7" name="Picture 6" descr="NewGridTile_8x8.png"/>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74882" y="3954584"/>
              <a:ext cx="3657356" cy="2583015"/>
            </a:xfrm>
            <a:prstGeom prst="rect">
              <a:avLst/>
            </a:prstGeom>
          </p:spPr>
        </p:pic>
        <p:pic>
          <p:nvPicPr>
            <p:cNvPr id="8" name="Picture 7" descr="NewGridTile_8x8.png"/>
            <p:cNvPicPr>
              <a:picLocks noChangeAspect="1"/>
            </p:cNvPicPr>
            <p:nvPr userDrawn="1"/>
          </p:nvPicPr>
          <p:blipFill rotWithShape="1">
            <a:blip r:embed="rId4" cstate="screen">
              <a:extLst>
                <a:ext uri="{28A0092B-C50C-407E-A947-70E740481C1C}">
                  <a14:useLocalDpi xmlns:a14="http://schemas.microsoft.com/office/drawing/2010/main" val="0"/>
                </a:ext>
              </a:extLst>
            </a:blip>
            <a:srcRect/>
            <a:stretch/>
          </p:blipFill>
          <p:spPr>
            <a:xfrm>
              <a:off x="7589838" y="3954707"/>
              <a:ext cx="3657356" cy="2590093"/>
            </a:xfrm>
            <a:prstGeom prst="rect">
              <a:avLst/>
            </a:prstGeom>
          </p:spPr>
        </p:pic>
        <p:pic>
          <p:nvPicPr>
            <p:cNvPr id="9" name="Picture 8" descr="NewGridTile_8x8.png"/>
            <p:cNvPicPr>
              <a:picLocks noChangeAspect="1"/>
            </p:cNvPicPr>
            <p:nvPr userDrawn="1"/>
          </p:nvPicPr>
          <p:blipFill rotWithShape="1">
            <a:blip r:embed="rId4" cstate="screen">
              <a:extLst>
                <a:ext uri="{28A0092B-C50C-407E-A947-70E740481C1C}">
                  <a14:useLocalDpi xmlns:a14="http://schemas.microsoft.com/office/drawing/2010/main" val="0"/>
                </a:ext>
              </a:extLst>
            </a:blip>
            <a:srcRect/>
            <a:stretch/>
          </p:blipFill>
          <p:spPr>
            <a:xfrm>
              <a:off x="3932482" y="3954463"/>
              <a:ext cx="3657356" cy="2590337"/>
            </a:xfrm>
            <a:prstGeom prst="rect">
              <a:avLst/>
            </a:prstGeom>
          </p:spPr>
        </p:pic>
        <p:pic>
          <p:nvPicPr>
            <p:cNvPr id="10" name="Picture 9" descr="NewGridTile_8x8.png"/>
            <p:cNvPicPr>
              <a:picLocks noChangeAspect="1"/>
            </p:cNvPicPr>
            <p:nvPr userDrawn="1"/>
          </p:nvPicPr>
          <p:blipFill rotWithShape="1">
            <a:blip r:embed="rId5" cstate="screen">
              <a:extLst>
                <a:ext uri="{28A0092B-C50C-407E-A947-70E740481C1C}">
                  <a14:useLocalDpi xmlns:a14="http://schemas.microsoft.com/office/drawing/2010/main" val="0"/>
                </a:ext>
              </a:extLst>
            </a:blip>
            <a:srcRect/>
            <a:stretch/>
          </p:blipFill>
          <p:spPr>
            <a:xfrm>
              <a:off x="11247438" y="297107"/>
              <a:ext cx="914400" cy="3657356"/>
            </a:xfrm>
            <a:prstGeom prst="rect">
              <a:avLst/>
            </a:prstGeom>
          </p:spPr>
        </p:pic>
        <p:pic>
          <p:nvPicPr>
            <p:cNvPr id="11" name="Picture 10" descr="NewGridTile_8x8.png"/>
            <p:cNvPicPr>
              <a:picLocks noChangeAspect="1"/>
            </p:cNvPicPr>
            <p:nvPr userDrawn="1"/>
          </p:nvPicPr>
          <p:blipFill rotWithShape="1">
            <a:blip r:embed="rId6" cstate="screen">
              <a:extLst>
                <a:ext uri="{28A0092B-C50C-407E-A947-70E740481C1C}">
                  <a14:useLocalDpi xmlns:a14="http://schemas.microsoft.com/office/drawing/2010/main" val="0"/>
                </a:ext>
              </a:extLst>
            </a:blip>
            <a:srcRect/>
            <a:stretch/>
          </p:blipFill>
          <p:spPr>
            <a:xfrm>
              <a:off x="11247438" y="3952515"/>
              <a:ext cx="914400" cy="2590093"/>
            </a:xfrm>
            <a:prstGeom prst="rect">
              <a:avLst/>
            </a:prstGeom>
          </p:spPr>
        </p:pic>
      </p:grpSp>
      <p:sp>
        <p:nvSpPr>
          <p:cNvPr id="2" name="Title 1"/>
          <p:cNvSpPr>
            <a:spLocks noGrp="1"/>
          </p:cNvSpPr>
          <p:nvPr>
            <p:ph type="title"/>
          </p:nvPr>
        </p:nvSpPr>
        <p:spPr>
          <a:xfrm>
            <a:off x="274320" y="2122488"/>
            <a:ext cx="11889564" cy="2746375"/>
          </a:xfrm>
        </p:spPr>
        <p:txBody>
          <a:bodyPr/>
          <a:lstStyle>
            <a:lvl1pPr>
              <a:defRPr sz="8800">
                <a:gradFill>
                  <a:gsLst>
                    <a:gs pos="885">
                      <a:schemeClr val="tx1"/>
                    </a:gs>
                    <a:gs pos="11194">
                      <a:schemeClr val="tx1"/>
                    </a:gs>
                  </a:gsLst>
                  <a:lin ang="5400000" scaled="0"/>
                </a:gradFill>
              </a:defRPr>
            </a:lvl1pPr>
          </a:lstStyle>
          <a:p>
            <a:r>
              <a:rPr lang="en-US" smtClean="0"/>
              <a:t>Click to edit Master title style</a:t>
            </a:r>
            <a:endParaRPr lang="en-US" dirty="0"/>
          </a:p>
        </p:txBody>
      </p:sp>
      <p:sp>
        <p:nvSpPr>
          <p:cNvPr id="14" name="Rectangle 13"/>
          <p:cNvSpPr/>
          <p:nvPr userDrawn="1"/>
        </p:nvSpPr>
        <p:spPr bwMode="auto">
          <a:xfrm>
            <a:off x="10206038" y="6213475"/>
            <a:ext cx="1955800" cy="484188"/>
          </a:xfrm>
          <a:prstGeom prst="rect">
            <a:avLst/>
          </a:prstGeom>
          <a:solidFill>
            <a:srgbClr val="505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descr="C:\Users\petern\AppData\Local\Temp\vmware-petern\VMwareDnD\9912bbd5\PPE_Logo_RGB_bootcamp_600x131.png"/>
          <p:cNvPicPr>
            <a:picLocks noChangeAspect="1" noChangeArrowheads="1"/>
          </p:cNvPicPr>
          <p:nvPr userDrawn="1"/>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25493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Title 2">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122488"/>
            <a:ext cx="11889564" cy="2746375"/>
          </a:xfrm>
        </p:spPr>
        <p:txBody>
          <a:bodyPr/>
          <a:lstStyle>
            <a:lvl1pPr>
              <a:defRPr sz="8800">
                <a:gradFill>
                  <a:gsLst>
                    <a:gs pos="0">
                      <a:schemeClr val="tx1"/>
                    </a:gs>
                    <a:gs pos="11194">
                      <a:schemeClr val="tx1"/>
                    </a:gs>
                  </a:gsLst>
                  <a:lin ang="5400000" scaled="0"/>
                </a:gradFill>
              </a:defRPr>
            </a:lvl1pPr>
          </a:lstStyle>
          <a:p>
            <a:r>
              <a:rPr lang="en-US"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78581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 3">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64"/>
            <a:ext cx="11889564" cy="1828800"/>
          </a:xfrm>
        </p:spPr>
        <p:txBody>
          <a:bodyPr/>
          <a:lstStyle>
            <a:lvl1pPr>
              <a:defRPr sz="5400">
                <a:gradFill>
                  <a:gsLst>
                    <a:gs pos="885">
                      <a:schemeClr val="tx1"/>
                    </a:gs>
                    <a:gs pos="11194">
                      <a:schemeClr val="tx1"/>
                    </a:gs>
                  </a:gsLst>
                  <a:lin ang="5400000" scaled="0"/>
                </a:gradFill>
              </a:defRPr>
            </a:lvl1pPr>
          </a:lstStyle>
          <a:p>
            <a:r>
              <a:rPr lang="en-US"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92798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ank You">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20" y="2129449"/>
            <a:ext cx="11889564" cy="917575"/>
          </a:xfrm>
        </p:spPr>
        <p:txBody>
          <a:bodyPr/>
          <a:lstStyle>
            <a:lvl1pPr>
              <a:defRPr sz="6000"/>
            </a:lvl1pPr>
          </a:lstStyle>
          <a:p>
            <a:r>
              <a:rPr lang="en-US" dirty="0" smtClean="0"/>
              <a:t>Thank you</a:t>
            </a:r>
            <a:endParaRPr lang="en-US" dirty="0"/>
          </a:p>
        </p:txBody>
      </p:sp>
      <p:pic>
        <p:nvPicPr>
          <p:cNvPr id="4"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748171" y="5438603"/>
            <a:ext cx="881733" cy="1925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Users\petern\AppData\Local\Temp\vmware-petern\VMwareDnD\8013908a\PPE_Logo_RGB_bootcamp_600x131.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713940"/>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Blue">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414223"/>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Box &amp; Photo">
    <p:bg bwMode="ltGray">
      <p:bgPr>
        <a:solidFill>
          <a:schemeClr val="accent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435777"/>
      </p:ext>
    </p:extLst>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Blue">
    <p:bg bwMode="ltGray">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214194"/>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bg bwMode="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2595250567"/>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mall Title Only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330342768"/>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Title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gradFill>
                  <a:gsLst>
                    <a:gs pos="26549">
                      <a:schemeClr val="tx1"/>
                    </a:gs>
                    <a:gs pos="57000">
                      <a:schemeClr val="tx1"/>
                    </a:gs>
                  </a:gsLst>
                  <a:lin ang="5400000" scaled="0"/>
                </a:gradFill>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2562351"/>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8 Categories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gradFill>
                  <a:gsLst>
                    <a:gs pos="4425">
                      <a:schemeClr val="tx1"/>
                    </a:gs>
                    <a:gs pos="20000">
                      <a:schemeClr val="tx1"/>
                    </a:gs>
                  </a:gsLst>
                  <a:lin ang="5400000" scaled="0"/>
                </a:gradFill>
              </a:defRPr>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rgbClr val="00188F"/>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762636147"/>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2">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2306584245"/>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86498298"/>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2 Ligh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397045965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Content Bulleted Text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6232646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mp; Content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1518934723"/>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mp; Content Blue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417998841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gradFill>
                  <a:gsLst>
                    <a:gs pos="31858">
                      <a:schemeClr val="tx1"/>
                    </a:gs>
                    <a:gs pos="5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4162606635"/>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2976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23623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905670"/>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144430672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Blue">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347459937"/>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Box &amp; Photo">
    <p:bg bwMode="ltGray">
      <p:bgPr>
        <a:solidFill>
          <a:schemeClr val="accent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spTree>
    <p:extLst>
      <p:ext uri="{BB962C8B-B14F-4D97-AF65-F5344CB8AC3E}">
        <p14:creationId xmlns:p14="http://schemas.microsoft.com/office/powerpoint/2010/main" val="920046903"/>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Blue">
    <p:bg bwMode="ltGray">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109081"/>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p:bg bwMode="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3416193988"/>
      </p:ext>
    </p:extLst>
  </p:cSld>
  <p:clrMapOvr>
    <a:masterClrMapping/>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mall Title Only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2670056153"/>
      </p:ext>
    </p:extLst>
  </p:cSld>
  <p:clrMapOvr>
    <a:masterClrMapping/>
  </p:clrMapOvr>
  <p:transition>
    <p:fade/>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Title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gradFill>
                  <a:gsLst>
                    <a:gs pos="26549">
                      <a:schemeClr val="tx1"/>
                    </a:gs>
                    <a:gs pos="57000">
                      <a:schemeClr val="tx1"/>
                    </a:gs>
                  </a:gsLst>
                  <a:lin ang="5400000" scaled="0"/>
                </a:gradFill>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556012"/>
      </p:ext>
    </p:extLst>
  </p:cSld>
  <p:clrMapOvr>
    <a:masterClrMapping/>
  </p:clrMapOvr>
  <p:transition>
    <p:fade/>
  </p:transition>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mp; 8 Categories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gradFill>
                  <a:gsLst>
                    <a:gs pos="4425">
                      <a:schemeClr val="tx1"/>
                    </a:gs>
                    <a:gs pos="20000">
                      <a:schemeClr val="tx1"/>
                    </a:gs>
                  </a:gsLst>
                  <a:lin ang="5400000" scaled="0"/>
                </a:gradFill>
              </a:defRPr>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rgbClr val="00188F"/>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1219871477"/>
      </p:ext>
    </p:extLst>
  </p:cSld>
  <p:clrMapOvr>
    <a:masterClrMapping/>
  </p:clrMapOvr>
  <p:transition>
    <p:fade/>
  </p:transition>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2">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461812937"/>
      </p:ext>
    </p:extLst>
  </p:cSld>
  <p:clrMapOvr>
    <a:masterClrMapping/>
  </p:clrMapOvr>
  <p:transition>
    <p:fade/>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13713421"/>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2 Ligh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61768477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mp; Content Bulleted Text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5690282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mp; Content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2684839680"/>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mp; Content Blue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336213996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Only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gradFill>
                  <a:gsLst>
                    <a:gs pos="31858">
                      <a:schemeClr val="tx1"/>
                    </a:gs>
                    <a:gs pos="5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512488518"/>
      </p:ext>
    </p:extLst>
  </p:cSld>
  <p:clrMapOvr>
    <a:masterClrMapping/>
  </p:clrMapOvr>
  <p:transition>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40080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13107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544647"/>
      </p:ext>
    </p:extLst>
  </p:cSld>
  <p:clrMapOvr>
    <a:masterClrMapping/>
  </p:clrMapOvr>
  <p:transition>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218566838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Orange">
    <p:bg bwMode="gray">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9" name="Title 1"/>
          <p:cNvSpPr>
            <a:spLocks noGrp="1"/>
          </p:cNvSpPr>
          <p:nvPr>
            <p:ph type="title" hasCustomPrompt="1"/>
          </p:nvPr>
        </p:nvSpPr>
        <p:spPr>
          <a:xfrm>
            <a:off x="274703" y="296863"/>
            <a:ext cx="5486335" cy="1828800"/>
          </a:xfrm>
          <a:noFill/>
        </p:spPr>
        <p:txBody>
          <a:bodyPr lIns="182880" tIns="146304" rIns="182880" bIns="146304" anchor="t" anchorCtr="0"/>
          <a:lstStyle>
            <a:lvl1pPr>
              <a:defRPr sz="6000" spc="-100" baseline="0">
                <a:gradFill>
                  <a:gsLst>
                    <a:gs pos="46903">
                      <a:srgbClr val="FFFFFF"/>
                    </a:gs>
                    <a:gs pos="83000">
                      <a:srgbClr val="FFFFFF"/>
                    </a:gs>
                  </a:gsLst>
                  <a:lin ang="5400000" scaled="1"/>
                </a:gradFill>
              </a:defRPr>
            </a:lvl1pPr>
          </a:lstStyle>
          <a:p>
            <a:r>
              <a:rPr lang="en-US" dirty="0" smtClean="0"/>
              <a:t>Presentation title</a:t>
            </a:r>
            <a:endParaRPr lang="en-US" dirty="0"/>
          </a:p>
        </p:txBody>
      </p:sp>
      <p:pic>
        <p:nvPicPr>
          <p:cNvPr id="5" name="Picture 4"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4703" y="6746556"/>
            <a:ext cx="882408" cy="19265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9649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mp; Photo Orange">
    <p:bg bwMode="ltGray">
      <p:bgPr>
        <a:solidFill>
          <a:schemeClr val="accent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308735"/>
      </p:ext>
    </p:extLst>
  </p:cSld>
  <p:clrMapOvr>
    <a:masterClrMapping/>
  </p:clrMapOvr>
  <p:transition>
    <p:fade/>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Orange">
    <p:bg bwMode="ltGray">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35102"/>
      </p:ext>
    </p:extLst>
  </p:cSld>
  <p:clrMapOvr>
    <a:masterClrMapping/>
  </p:clrMapOvr>
  <p:transition>
    <p:fade/>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p:bg bwMode="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1005378395"/>
      </p:ext>
    </p:extLst>
  </p:cSld>
  <p:clrMapOvr>
    <a:masterClrMapping/>
  </p:clrMapOvr>
  <p:transition>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mall Title Only Orange">
    <p:bg bwMode="lt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1958693513"/>
      </p:ext>
    </p:extLst>
  </p:cSld>
  <p:clrMapOvr>
    <a:masterClrMapping/>
  </p:clrMapOvr>
  <p:transition>
    <p:fade/>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Title Orange">
    <p:bg bwMode="lt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892506"/>
      </p:ext>
    </p:extLst>
  </p:cSld>
  <p:clrMapOvr>
    <a:masterClrMapping/>
  </p:clrMapOvr>
  <p:transition>
    <p:fade/>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mp; 8 Categories Orange">
    <p:bg bwMode="lt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rgbClr val="C00000"/>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rgbClr val="C00000"/>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rgbClr val="C00000"/>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rgbClr val="C00000"/>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678726943"/>
      </p:ext>
    </p:extLst>
  </p:cSld>
  <p:clrMapOvr>
    <a:masterClrMapping/>
  </p:clrMapOvr>
  <p:transition>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Content 2">
    <p:bg bwMode="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980854114"/>
      </p:ext>
    </p:extLst>
  </p:cSld>
  <p:clrMapOvr>
    <a:masterClrMapping/>
  </p:clrMapOvr>
  <p:transition>
    <p:fade/>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bg bwMode="lt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91244706"/>
      </p:ext>
    </p:extLst>
  </p:cSld>
  <p:clrMapOvr>
    <a:masterClrMapping/>
  </p:clrMapOvr>
  <p:transition>
    <p:fade/>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le and Content 2">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1673557053"/>
      </p:ext>
    </p:extLst>
  </p:cSld>
  <p:clrMapOvr>
    <a:masterClrMapping/>
  </p:clrMapOvr>
  <p:transition>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Title &amp; Content Bulleted Text">
    <p:bg bwMode="lt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9200248"/>
      </p:ext>
    </p:extLst>
  </p:cSld>
  <p:clrMapOvr>
    <a:masterClrMapping/>
  </p:clrMapOvr>
  <p:transition>
    <p:fade/>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mp; Content Orange">
    <p:bg bwMode="lt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758810126"/>
      </p:ext>
    </p:extLst>
  </p:cSld>
  <p:clrMapOvr>
    <a:masterClrMapping/>
  </p:clrMapOvr>
  <p:transition>
    <p:fade/>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itle &amp; Content Orange">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150718927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Orange">
    <p:bg bwMode="lt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lvl1pPr>
          </a:lstStyle>
          <a:p>
            <a:r>
              <a:rPr lang="en-US" dirty="0" smtClean="0"/>
              <a:t>Click to edit Master title style</a:t>
            </a:r>
            <a:endParaRPr lang="en-US" dirty="0"/>
          </a:p>
        </p:txBody>
      </p:sp>
    </p:spTree>
    <p:extLst>
      <p:ext uri="{BB962C8B-B14F-4D97-AF65-F5344CB8AC3E}">
        <p14:creationId xmlns:p14="http://schemas.microsoft.com/office/powerpoint/2010/main" val="181036690"/>
      </p:ext>
    </p:extLst>
  </p:cSld>
  <p:clrMapOvr>
    <a:masterClrMapping/>
  </p:clrMapOvr>
  <p:transition>
    <p:fade/>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707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8038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726548"/>
      </p:ext>
    </p:extLst>
  </p:cSld>
  <p:clrMapOvr>
    <a:masterClrMapping/>
  </p:clrMapOvr>
  <p:transition>
    <p:fade/>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207587351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Teal">
    <p:bg bwMode="gray">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9" name="Title 1"/>
          <p:cNvSpPr>
            <a:spLocks noGrp="1"/>
          </p:cNvSpPr>
          <p:nvPr>
            <p:ph type="title" hasCustomPrompt="1"/>
          </p:nvPr>
        </p:nvSpPr>
        <p:spPr>
          <a:xfrm>
            <a:off x="274703" y="296863"/>
            <a:ext cx="5486335" cy="1828800"/>
          </a:xfrm>
          <a:noFill/>
        </p:spPr>
        <p:txBody>
          <a:bodyPr lIns="182880" tIns="146304" rIns="182880" bIns="146304" anchor="t" anchorCtr="0"/>
          <a:lstStyle>
            <a:lvl1pPr>
              <a:defRPr sz="4800" spc="-100" baseline="0">
                <a:gradFill>
                  <a:gsLst>
                    <a:gs pos="46903">
                      <a:srgbClr val="FFFFFF"/>
                    </a:gs>
                    <a:gs pos="83000">
                      <a:srgbClr val="FFFFFF"/>
                    </a:gs>
                  </a:gsLst>
                  <a:lin ang="5400000" scaled="1"/>
                </a:gradFill>
              </a:defRPr>
            </a:lvl1pPr>
          </a:lstStyle>
          <a:p>
            <a:r>
              <a:rPr lang="en-US" dirty="0" smtClean="0"/>
              <a:t>Presentation title</a:t>
            </a:r>
            <a:endParaRPr lang="en-US" dirty="0"/>
          </a:p>
        </p:txBody>
      </p:sp>
      <p:pic>
        <p:nvPicPr>
          <p:cNvPr id="6" name="Picture 5"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7684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mp; Photo Teal">
    <p:bg bwMode="ltGray">
      <p:bgPr>
        <a:solidFill>
          <a:schemeClr val="bg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114706"/>
      </p:ext>
    </p:extLst>
  </p:cSld>
  <p:clrMapOvr>
    <a:masterClrMapping/>
  </p:clrMapOvr>
  <p:transition>
    <p:fade/>
  </p:transition>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Teal">
    <p:bg bwMode="ltGray">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927957"/>
      </p:ext>
    </p:extLst>
  </p:cSld>
  <p:clrMapOvr>
    <a:masterClrMapping/>
  </p:clrMapOvr>
  <p:transition>
    <p:fade/>
  </p:transition>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bg bwMode="gray">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250018430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mall Title Only Teal">
    <p:bg bwMode="lt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1910371450"/>
      </p:ext>
    </p:extLst>
  </p:cSld>
  <p:clrMapOvr>
    <a:masterClrMapping/>
  </p:clrMapOvr>
  <p:transition>
    <p:fade/>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ection Title Teal">
    <p:bg bwMode="lt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45914"/>
      </p:ext>
    </p:extLst>
  </p:cSld>
  <p:clrMapOvr>
    <a:masterClrMapping/>
  </p:clrMapOvr>
  <p:transition>
    <p:fade/>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mp; 8 Categories Teal">
    <p:bg bwMode="lt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chemeClr val="accent3">
              <a:lumMod val="50000"/>
            </a:schemeClr>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chemeClr val="accent3">
              <a:lumMod val="50000"/>
            </a:schemeClr>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chemeClr val="accent3">
              <a:lumMod val="50000"/>
            </a:schemeClr>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chemeClr val="accent3">
              <a:lumMod val="50000"/>
            </a:schemeClr>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82663863"/>
      </p:ext>
    </p:extLst>
  </p:cSld>
  <p:clrMapOvr>
    <a:masterClrMapping/>
  </p:clrMapOvr>
  <p:transition>
    <p:fade/>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Content 2">
    <p:bg bwMode="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1718803801"/>
      </p:ext>
    </p:extLst>
  </p:cSld>
  <p:clrMapOvr>
    <a:masterClrMapping/>
  </p:clrMapOvr>
  <p:transition>
    <p:fade/>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bg bwMode="lt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98357523"/>
      </p:ext>
    </p:extLst>
  </p:cSld>
  <p:clrMapOvr>
    <a:masterClrMapping/>
  </p:clrMapOvr>
  <p:transition>
    <p:fade/>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itle and Content 2">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511838085"/>
      </p:ext>
    </p:extLst>
  </p:cSld>
  <p:clrMapOvr>
    <a:masterClrMapping/>
  </p:clrMapOvr>
  <p:transition>
    <p:fade/>
  </p:transition>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Title &amp; Content Bulleted Text">
    <p:bg bwMode="lt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6015685"/>
      </p:ext>
    </p:extLst>
  </p:cSld>
  <p:clrMapOvr>
    <a:masterClrMapping/>
  </p:clrMapOvr>
  <p:transition>
    <p:fade/>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amp; Content Teal">
    <p:bg bwMode="lt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1621689483"/>
      </p:ext>
    </p:extLst>
  </p:cSld>
  <p:clrMapOvr>
    <a:masterClrMapping/>
  </p:clrMapOvr>
  <p:transition>
    <p:fade/>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Title &amp; Content Teal">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337314956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Only Teal">
    <p:bg bwMode="lt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lvl1pPr>
          </a:lstStyle>
          <a:p>
            <a:r>
              <a:rPr lang="en-US" dirty="0" smtClean="0"/>
              <a:t>Click to edit Master title style</a:t>
            </a:r>
            <a:endParaRPr lang="en-US" dirty="0"/>
          </a:p>
        </p:txBody>
      </p:sp>
    </p:spTree>
    <p:extLst>
      <p:ext uri="{BB962C8B-B14F-4D97-AF65-F5344CB8AC3E}">
        <p14:creationId xmlns:p14="http://schemas.microsoft.com/office/powerpoint/2010/main" val="1020337918"/>
      </p:ext>
    </p:extLst>
  </p:cSld>
  <p:clrMapOvr>
    <a:masterClrMapping/>
  </p:clrMapOvr>
  <p:transition>
    <p:fade/>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3879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9665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109420"/>
      </p:ext>
    </p:extLst>
  </p:cSld>
  <p:clrMapOvr>
    <a:masterClrMapping/>
  </p:clrMapOvr>
  <p:transition>
    <p:fade/>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88265015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lide Purple">
    <p:bg bwMode="gray">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9" name="Title 1"/>
          <p:cNvSpPr>
            <a:spLocks noGrp="1"/>
          </p:cNvSpPr>
          <p:nvPr>
            <p:ph type="title" hasCustomPrompt="1"/>
          </p:nvPr>
        </p:nvSpPr>
        <p:spPr>
          <a:xfrm>
            <a:off x="274703" y="296863"/>
            <a:ext cx="5486335" cy="1828800"/>
          </a:xfrm>
          <a:noFill/>
        </p:spPr>
        <p:txBody>
          <a:bodyPr lIns="182880" tIns="146304" rIns="182880" bIns="146304" anchor="t" anchorCtr="0"/>
          <a:lstStyle>
            <a:lvl1pPr>
              <a:defRPr sz="4800" spc="-100" baseline="0">
                <a:gradFill>
                  <a:gsLst>
                    <a:gs pos="46903">
                      <a:srgbClr val="FFFFFF"/>
                    </a:gs>
                    <a:gs pos="83000">
                      <a:srgbClr val="FFFFFF"/>
                    </a:gs>
                  </a:gsLst>
                  <a:lin ang="5400000" scaled="1"/>
                </a:gradFill>
              </a:defRPr>
            </a:lvl1pPr>
          </a:lstStyle>
          <a:p>
            <a:r>
              <a:rPr lang="en-US" dirty="0" smtClean="0"/>
              <a:t>Presentation title</a:t>
            </a:r>
            <a:endParaRPr lang="en-US" dirty="0"/>
          </a:p>
        </p:txBody>
      </p:sp>
      <p:pic>
        <p:nvPicPr>
          <p:cNvPr id="7" name="Picture 6"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29935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mp; Photo Purple">
    <p:bg bwMode="ltGray">
      <p:bgPr>
        <a:solidFill>
          <a:schemeClr val="accent4"/>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160292"/>
      </p:ext>
    </p:extLst>
  </p:cSld>
  <p:clrMapOvr>
    <a:masterClrMapping/>
  </p:clrMapOvr>
  <p:transition>
    <p:fade/>
  </p:transition>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lank Purple">
    <p:bg bwMode="ltGray">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3516750"/>
      </p:ext>
    </p:extLst>
  </p:cSld>
  <p:clrMapOvr>
    <a:masterClrMapping/>
  </p:clrMapOvr>
  <p:transition>
    <p:fade/>
  </p:transition>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Only">
    <p:bg bwMode="gray">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269018288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mall Title Only Purple">
    <p:bg bwMode="lt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1494251560"/>
      </p:ext>
    </p:extLst>
  </p:cSld>
  <p:clrMapOvr>
    <a:masterClrMapping/>
  </p:clrMapOvr>
  <p:transition>
    <p:fade/>
  </p:transition>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Title Purple">
    <p:bg bwMode="lt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5865348"/>
      </p:ext>
    </p:extLst>
  </p:cSld>
  <p:clrMapOvr>
    <a:masterClrMapping/>
  </p:clrMapOvr>
  <p:transition>
    <p:fade/>
  </p:transition>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amp; 8 Categories Purple">
    <p:bg bwMode="lt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chemeClr val="accent4">
              <a:lumMod val="50000"/>
            </a:schemeClr>
          </a:solidFill>
          <a:ln>
            <a:noFill/>
          </a:ln>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chemeClr val="accent4">
              <a:lumMod val="50000"/>
            </a:schemeClr>
          </a:solidFill>
          <a:ln>
            <a:noFill/>
          </a:ln>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chemeClr val="accent4">
              <a:lumMod val="50000"/>
            </a:schemeClr>
          </a:solidFill>
          <a:ln>
            <a:noFill/>
          </a:ln>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chemeClr val="accent4">
              <a:lumMod val="50000"/>
            </a:schemeClr>
          </a:solidFill>
          <a:ln>
            <a:noFill/>
          </a:ln>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1291151875"/>
      </p:ext>
    </p:extLst>
  </p:cSld>
  <p:clrMapOvr>
    <a:masterClrMapping/>
  </p:clrMapOvr>
  <p:transition>
    <p:fade/>
  </p:transition>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and Content 2">
    <p:bg bwMode="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3991512247"/>
      </p:ext>
    </p:extLst>
  </p:cSld>
  <p:clrMapOvr>
    <a:masterClrMapping/>
  </p:clrMapOvr>
  <p:transition>
    <p:fade/>
  </p:transition>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bg bwMode="ltGray">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94402535"/>
      </p:ext>
    </p:extLst>
  </p:cSld>
  <p:clrMapOvr>
    <a:masterClrMapping/>
  </p:clrMapOvr>
  <p:transition>
    <p:fade/>
  </p:transition>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Title and Content 2">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4235468893"/>
      </p:ext>
    </p:extLst>
  </p:cSld>
  <p:clrMapOvr>
    <a:masterClrMapping/>
  </p:clrMapOvr>
  <p:transition>
    <p:fade/>
  </p:transition>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Title &amp; Content Bulleted Text">
    <p:bg bwMode="lt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9056615"/>
      </p:ext>
    </p:extLst>
  </p:cSld>
  <p:clrMapOvr>
    <a:masterClrMapping/>
  </p:clrMapOvr>
  <p:transition>
    <p:fade/>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mp; Content Purple">
    <p:bg bwMode="lt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4110011199"/>
      </p:ext>
    </p:extLst>
  </p:cSld>
  <p:clrMapOvr>
    <a:masterClrMapping/>
  </p:clrMapOvr>
  <p:transition>
    <p:fade/>
  </p:transition>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Title &amp; Content Purple">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227168406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Only Purple">
    <p:bg bwMode="lt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lvl1pPr>
          </a:lstStyle>
          <a:p>
            <a:r>
              <a:rPr lang="en-US" dirty="0" smtClean="0"/>
              <a:t>Click to edit Master title style</a:t>
            </a:r>
            <a:endParaRPr lang="en-US" dirty="0"/>
          </a:p>
        </p:txBody>
      </p:sp>
    </p:spTree>
    <p:extLst>
      <p:ext uri="{BB962C8B-B14F-4D97-AF65-F5344CB8AC3E}">
        <p14:creationId xmlns:p14="http://schemas.microsoft.com/office/powerpoint/2010/main" val="4128841800"/>
      </p:ext>
    </p:extLst>
  </p:cSld>
  <p:clrMapOvr>
    <a:masterClrMapping/>
  </p:clrMapOvr>
  <p:transition>
    <p:fade/>
  </p:transition>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3796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7347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692024"/>
      </p:ext>
    </p:extLst>
  </p:cSld>
  <p:clrMapOvr>
    <a:masterClrMapping/>
  </p:clrMapOvr>
  <p:transition>
    <p:fade/>
  </p:transition>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66143422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Title Slide Blue">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938532970"/>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Slide Blue">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687733"/>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Box &amp; Photo">
    <p:bg bwMode="ltGray">
      <p:bgPr>
        <a:solidFill>
          <a:schemeClr val="accent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4707078"/>
      </p:ext>
    </p:extLst>
  </p:cSld>
  <p:clrMapOvr>
    <a:masterClrMapping/>
  </p:clrMapOvr>
  <p:transition>
    <p:fade/>
  </p:transition>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lank Blue">
    <p:bg bwMode="ltGray">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4773943"/>
      </p:ext>
    </p:extLst>
  </p:cSld>
  <p:clrMapOvr>
    <a:masterClrMapping/>
  </p:clrMapOvr>
  <p:transition>
    <p:fade/>
  </p:transition>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Title Only">
    <p:bg bwMode="gray">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226443162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mall Title Only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1494563087"/>
      </p:ext>
    </p:extLst>
  </p:cSld>
  <p:clrMapOvr>
    <a:masterClrMapping/>
  </p:clrMapOvr>
  <p:transition>
    <p:fade/>
  </p:transition>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ction Title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gradFill>
                  <a:gsLst>
                    <a:gs pos="26549">
                      <a:schemeClr val="tx1"/>
                    </a:gs>
                    <a:gs pos="57000">
                      <a:schemeClr val="tx1"/>
                    </a:gs>
                  </a:gsLst>
                  <a:lin ang="5400000" scaled="0"/>
                </a:gradFill>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70961"/>
      </p:ext>
    </p:extLst>
  </p:cSld>
  <p:clrMapOvr>
    <a:masterClrMapping/>
  </p:clrMapOvr>
  <p:transition>
    <p:fade/>
  </p:transition>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mp; 8 Categories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gradFill>
                  <a:gsLst>
                    <a:gs pos="4425">
                      <a:schemeClr val="tx1"/>
                    </a:gs>
                    <a:gs pos="20000">
                      <a:schemeClr val="tx1"/>
                    </a:gs>
                  </a:gsLst>
                  <a:lin ang="5400000" scaled="0"/>
                </a:gradFill>
              </a:defRPr>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rgbClr val="00188F"/>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3393262334"/>
      </p:ext>
    </p:extLst>
  </p:cSld>
  <p:clrMapOvr>
    <a:masterClrMapping/>
  </p:clrMapOvr>
  <p:transition>
    <p:fade/>
  </p:transition>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and Content 2">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1200763401"/>
      </p:ext>
    </p:extLst>
  </p:cSld>
  <p:clrMapOvr>
    <a:masterClrMapping/>
  </p:clrMapOvr>
  <p:transition>
    <p:fade/>
  </p:transition>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45317181"/>
      </p:ext>
    </p:extLst>
  </p:cSld>
  <p:clrMapOvr>
    <a:masterClrMapping/>
  </p:clrMapOvr>
  <p:transition>
    <p:fade/>
  </p:transition>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and Content 2 Ligh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198616248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amp; Content Bulleted Text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940221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amp; Content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2812920424"/>
      </p:ext>
    </p:extLst>
  </p:cSld>
  <p:clrMapOvr>
    <a:masterClrMapping/>
  </p:clrMapOvr>
  <p:transition>
    <p:fade/>
  </p:transition>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amp; Content Blue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407443395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Only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gradFill>
                  <a:gsLst>
                    <a:gs pos="31858">
                      <a:schemeClr val="tx1"/>
                    </a:gs>
                    <a:gs pos="5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794489580"/>
      </p:ext>
    </p:extLst>
  </p:cSld>
  <p:clrMapOvr>
    <a:masterClrMapping/>
  </p:clrMapOvr>
  <p:transition>
    <p:fade/>
  </p:transition>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465955030"/>
      </p:ext>
    </p:extLst>
  </p:cSld>
  <p:clrMapOvr>
    <a:masterClrMapping/>
  </p:clrMapOvr>
  <p:transition>
    <p:fade/>
  </p:transition>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704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13667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050631"/>
      </p:ext>
    </p:extLst>
  </p:cSld>
  <p:clrMapOvr>
    <a:masterClrMapping/>
  </p:clrMapOvr>
  <p:transition>
    <p:fade/>
  </p:transition>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391064822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Title &amp; 8 Categories">
    <p:bg bwMode="ltGray">
      <p:bgRef idx="1001">
        <a:schemeClr val="bg1"/>
      </p:bgRef>
    </p:bg>
    <p:spTree>
      <p:nvGrpSpPr>
        <p:cNvPr id="1" name=""/>
        <p:cNvGrpSpPr/>
        <p:nvPr/>
      </p:nvGrpSpPr>
      <p:grpSpPr>
        <a:xfrm>
          <a:off x="0" y="0"/>
          <a:ext cx="0" cy="0"/>
          <a:chOff x="0" y="0"/>
          <a:chExt cx="0" cy="0"/>
        </a:xfrm>
      </p:grpSpPr>
      <p:sp>
        <p:nvSpPr>
          <p:cNvPr id="10" name="Text Placeholder 4"/>
          <p:cNvSpPr>
            <a:spLocks noGrp="1"/>
          </p:cNvSpPr>
          <p:nvPr>
            <p:ph type="body" sz="quarter" idx="10"/>
          </p:nvPr>
        </p:nvSpPr>
        <p:spPr>
          <a:xfrm>
            <a:off x="274819" y="276986"/>
            <a:ext cx="6400614" cy="654538"/>
          </a:xfrm>
          <a:prstGeom prst="rect">
            <a:avLst/>
          </a:prstGeom>
        </p:spPr>
        <p:txBody>
          <a:bodyPr lIns="182880" tIns="146304" rIns="182880" bIns="146304" anchor="t" anchorCtr="0">
            <a:noAutofit/>
          </a:bodyPr>
          <a:lstStyle>
            <a:lvl1pPr marL="0" indent="0">
              <a:lnSpc>
                <a:spcPts val="2800"/>
              </a:lnSpc>
              <a:spcBef>
                <a:spcPts val="0"/>
              </a:spcBef>
              <a:buFontTx/>
              <a:buNone/>
              <a:defRPr sz="2400">
                <a:gradFill>
                  <a:gsLst>
                    <a:gs pos="46903">
                      <a:schemeClr val="tx1"/>
                    </a:gs>
                    <a:gs pos="83000">
                      <a:schemeClr val="tx1"/>
                    </a:gs>
                  </a:gsLst>
                  <a:lin ang="5400000" scaled="0"/>
                </a:gradFill>
                <a:latin typeface="+mj-lt"/>
              </a:defRPr>
            </a:lvl1pPr>
            <a:lvl2pPr marL="342867" indent="0">
              <a:buFontTx/>
              <a:buNone/>
              <a:defRPr sz="2400">
                <a:latin typeface="Segoe Pro Light"/>
              </a:defRPr>
            </a:lvl2pPr>
            <a:lvl3pPr marL="571444" indent="0">
              <a:buFontTx/>
              <a:buNone/>
              <a:defRPr sz="2400">
                <a:latin typeface="Segoe Pro Light"/>
              </a:defRPr>
            </a:lvl3pPr>
            <a:lvl4pPr marL="800021" indent="0">
              <a:buFontTx/>
              <a:buNone/>
              <a:defRPr sz="2400">
                <a:latin typeface="Segoe Pro Light"/>
              </a:defRPr>
            </a:lvl4pPr>
            <a:lvl5pPr marL="1028598" indent="0">
              <a:buFontTx/>
              <a:buNone/>
              <a:defRPr sz="2400">
                <a:latin typeface="Segoe Pro Light"/>
              </a:defRPr>
            </a:lvl5pPr>
          </a:lstStyle>
          <a:p>
            <a:pPr lvl="0"/>
            <a:r>
              <a:rPr lang="en-US" smtClean="0"/>
              <a:t>Click to edit Master text styles</a:t>
            </a:r>
          </a:p>
        </p:txBody>
      </p:sp>
      <p:sp>
        <p:nvSpPr>
          <p:cNvPr id="9" name="Text Placeholder 26"/>
          <p:cNvSpPr>
            <a:spLocks noGrp="1"/>
          </p:cNvSpPr>
          <p:nvPr>
            <p:ph type="body" sz="quarter" idx="38" hasCustomPrompt="1"/>
          </p:nvPr>
        </p:nvSpPr>
        <p:spPr>
          <a:xfrm>
            <a:off x="278045" y="4137018"/>
            <a:ext cx="2743200" cy="2560671"/>
          </a:xfrm>
          <a:prstGeom prst="rect">
            <a:avLst/>
          </a:prstGeom>
          <a:solidFill>
            <a:srgbClr val="00188F"/>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22124">
                      <a:srgbClr val="FFFFFF"/>
                    </a:gs>
                    <a:gs pos="46903">
                      <a:srgbClr val="FFFFFF"/>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11" name="Text Placeholder 26"/>
          <p:cNvSpPr>
            <a:spLocks noGrp="1"/>
          </p:cNvSpPr>
          <p:nvPr>
            <p:ph type="body" sz="quarter" idx="39" hasCustomPrompt="1"/>
          </p:nvPr>
        </p:nvSpPr>
        <p:spPr>
          <a:xfrm>
            <a:off x="3143336"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22124">
                      <a:srgbClr val="FFFFFF"/>
                    </a:gs>
                    <a:gs pos="46903">
                      <a:srgbClr val="FFFFFF"/>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12" name="Text Placeholder 26"/>
          <p:cNvSpPr>
            <a:spLocks noGrp="1"/>
          </p:cNvSpPr>
          <p:nvPr>
            <p:ph type="body" sz="quarter" idx="41" hasCustomPrompt="1"/>
          </p:nvPr>
        </p:nvSpPr>
        <p:spPr>
          <a:xfrm>
            <a:off x="8873347"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22124">
                      <a:srgbClr val="FFFFFF"/>
                    </a:gs>
                    <a:gs pos="46903">
                      <a:srgbClr val="FFFFFF"/>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13" name="Text Placeholder 26"/>
          <p:cNvSpPr>
            <a:spLocks noGrp="1"/>
          </p:cNvSpPr>
          <p:nvPr>
            <p:ph type="body" sz="quarter" idx="42" hasCustomPrompt="1"/>
          </p:nvPr>
        </p:nvSpPr>
        <p:spPr>
          <a:xfrm>
            <a:off x="6008341" y="4137020"/>
            <a:ext cx="2742914" cy="2560643"/>
          </a:xfrm>
          <a:prstGeom prst="rect">
            <a:avLst/>
          </a:prstGeom>
          <a:solidFill>
            <a:srgbClr val="00188F"/>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22124">
                      <a:srgbClr val="FFFFFF"/>
                    </a:gs>
                    <a:gs pos="46903">
                      <a:srgbClr val="FFFFFF"/>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14" name="Text Placeholder 26"/>
          <p:cNvSpPr>
            <a:spLocks noGrp="1"/>
          </p:cNvSpPr>
          <p:nvPr>
            <p:ph type="body" sz="quarter" idx="29" hasCustomPrompt="1"/>
          </p:nvPr>
        </p:nvSpPr>
        <p:spPr>
          <a:xfrm>
            <a:off x="278045" y="1274472"/>
            <a:ext cx="2743200" cy="2743200"/>
          </a:xfrm>
          <a:prstGeom prst="rect">
            <a:avLst/>
          </a:prstGeom>
          <a:solidFill>
            <a:schemeClr val="bg2"/>
          </a:solidFill>
        </p:spPr>
        <p:txBody>
          <a:bodyPr lIns="182880" tIns="146304" rIns="182880" bIns="146304">
            <a:noAutofit/>
          </a:bodyPr>
          <a:lstStyle>
            <a:lvl1pPr marL="0" indent="0">
              <a:lnSpc>
                <a:spcPct val="90000"/>
              </a:lnSpc>
              <a:buFontTx/>
              <a:buNone/>
              <a:defRPr sz="2400">
                <a:gradFill>
                  <a:gsLst>
                    <a:gs pos="46903">
                      <a:schemeClr val="tx1"/>
                    </a:gs>
                    <a:gs pos="83000">
                      <a:schemeClr val="tx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15" name="Text Placeholder 26"/>
          <p:cNvSpPr>
            <a:spLocks noGrp="1"/>
          </p:cNvSpPr>
          <p:nvPr>
            <p:ph type="body" sz="quarter" idx="30" hasCustomPrompt="1"/>
          </p:nvPr>
        </p:nvSpPr>
        <p:spPr>
          <a:xfrm>
            <a:off x="3143251" y="1274472"/>
            <a:ext cx="2742914" cy="2743200"/>
          </a:xfrm>
          <a:prstGeom prst="rect">
            <a:avLst/>
          </a:prstGeom>
          <a:solidFill>
            <a:schemeClr val="bg2"/>
          </a:solidFill>
        </p:spPr>
        <p:txBody>
          <a:bodyPr lIns="182880" tIns="146304" rIns="182880" bIns="146304">
            <a:noAutofit/>
          </a:bodyPr>
          <a:lstStyle>
            <a:lvl1pPr marL="0" indent="0">
              <a:lnSpc>
                <a:spcPct val="90000"/>
              </a:lnSpc>
              <a:buFontTx/>
              <a:buNone/>
              <a:defRPr sz="2400">
                <a:gradFill>
                  <a:gsLst>
                    <a:gs pos="46903">
                      <a:schemeClr val="tx1"/>
                    </a:gs>
                    <a:gs pos="83000">
                      <a:schemeClr val="tx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16" name="Text Placeholder 26"/>
          <p:cNvSpPr>
            <a:spLocks noGrp="1"/>
          </p:cNvSpPr>
          <p:nvPr>
            <p:ph type="body" sz="quarter" idx="32" hasCustomPrompt="1"/>
          </p:nvPr>
        </p:nvSpPr>
        <p:spPr>
          <a:xfrm>
            <a:off x="6008171" y="1274472"/>
            <a:ext cx="2742914" cy="2743200"/>
          </a:xfrm>
          <a:prstGeom prst="rect">
            <a:avLst/>
          </a:prstGeom>
          <a:solidFill>
            <a:schemeClr val="bg2"/>
          </a:solidFill>
        </p:spPr>
        <p:txBody>
          <a:bodyPr lIns="182880" tIns="146304" rIns="182880" bIns="146304">
            <a:noAutofit/>
          </a:bodyPr>
          <a:lstStyle>
            <a:lvl1pPr marL="0" indent="0">
              <a:lnSpc>
                <a:spcPct val="90000"/>
              </a:lnSpc>
              <a:buFontTx/>
              <a:buNone/>
              <a:defRPr sz="2400">
                <a:gradFill>
                  <a:gsLst>
                    <a:gs pos="46903">
                      <a:schemeClr val="tx1"/>
                    </a:gs>
                    <a:gs pos="83000">
                      <a:schemeClr val="tx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17" name="Text Placeholder 26"/>
          <p:cNvSpPr>
            <a:spLocks noGrp="1"/>
          </p:cNvSpPr>
          <p:nvPr>
            <p:ph type="body" sz="quarter" idx="33" hasCustomPrompt="1"/>
          </p:nvPr>
        </p:nvSpPr>
        <p:spPr>
          <a:xfrm>
            <a:off x="8873092" y="1274472"/>
            <a:ext cx="2742914" cy="2743200"/>
          </a:xfrm>
          <a:prstGeom prst="rect">
            <a:avLst/>
          </a:prstGeom>
          <a:solidFill>
            <a:schemeClr val="bg2"/>
          </a:solidFill>
        </p:spPr>
        <p:txBody>
          <a:bodyPr lIns="182880" tIns="146304" rIns="182880" bIns="146304">
            <a:noAutofit/>
          </a:bodyPr>
          <a:lstStyle>
            <a:lvl1pPr marL="0" indent="0">
              <a:lnSpc>
                <a:spcPct val="90000"/>
              </a:lnSpc>
              <a:buFontTx/>
              <a:buNone/>
              <a:defRPr sz="2400">
                <a:gradFill>
                  <a:gsLst>
                    <a:gs pos="46903">
                      <a:schemeClr val="tx1"/>
                    </a:gs>
                    <a:gs pos="83000">
                      <a:schemeClr val="tx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11107388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91938"/>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Box &amp; Photo">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150419"/>
      </p:ext>
    </p:extLst>
  </p:cSld>
  <p:clrMapOvr>
    <a:masterClrMapping/>
  </p:clrMapOvr>
  <p:transition>
    <p:fade/>
  </p:transition>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Blank Blu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956378"/>
      </p:ext>
    </p:extLst>
  </p:cSld>
  <p:clrMapOvr>
    <a:masterClrMapping/>
  </p:clrMapOvr>
  <p:transition>
    <p:fade/>
  </p:transition>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_Title Only">
    <p:bg bwMode="gray">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75864699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Small Title Only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4213714287"/>
      </p:ext>
    </p:extLst>
  </p:cSld>
  <p:clrMapOvr>
    <a:masterClrMapping/>
  </p:clrMapOvr>
  <p:transition>
    <p:fade/>
  </p:transition>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Section Title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gradFill>
                  <a:gsLst>
                    <a:gs pos="26549">
                      <a:schemeClr val="tx1"/>
                    </a:gs>
                    <a:gs pos="57000">
                      <a:schemeClr val="tx1"/>
                    </a:gs>
                  </a:gsLst>
                  <a:lin ang="5400000" scaled="0"/>
                </a:gradFill>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676789"/>
      </p:ext>
    </p:extLst>
  </p:cSld>
  <p:clrMapOvr>
    <a:masterClrMapping/>
  </p:clrMapOvr>
  <p:transition>
    <p:fade/>
  </p:transition>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mp; 8 Categories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gradFill>
                  <a:gsLst>
                    <a:gs pos="4425">
                      <a:schemeClr val="tx1"/>
                    </a:gs>
                    <a:gs pos="20000">
                      <a:schemeClr val="tx1"/>
                    </a:gs>
                  </a:gsLst>
                  <a:lin ang="5400000" scaled="0"/>
                </a:gradFill>
              </a:defRPr>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chemeClr val="accent1"/>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623391374"/>
      </p:ext>
    </p:extLst>
  </p:cSld>
  <p:clrMapOvr>
    <a:masterClrMapping/>
  </p:clrMapOvr>
  <p:transition>
    <p:fade/>
  </p:transition>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3231513535"/>
      </p:ext>
    </p:extLst>
  </p:cSld>
  <p:clrMapOvr>
    <a:masterClrMapping/>
  </p:clrMapOvr>
  <p:transition>
    <p:fade/>
  </p:transition>
  <p:timing>
    <p:tnLst>
      <p:par>
        <p:cTn id="1" dur="indefinite" restart="never" nodeType="tmRoot"/>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97014058"/>
      </p:ext>
    </p:extLst>
  </p:cSld>
  <p:clrMapOvr>
    <a:masterClrMapping/>
  </p:clrMapOvr>
  <p:transition>
    <p:fade/>
  </p:transition>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and Content 2 Ligh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96564883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amp; Content Bulleted Text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7822532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amp; Content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244886251"/>
      </p:ext>
    </p:extLst>
  </p:cSld>
  <p:clrMapOvr>
    <a:masterClrMapping/>
  </p:clrMapOvr>
  <p:transition>
    <p:fade/>
  </p:transition>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amp; Content Blue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125147762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Only Blue">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gradFill>
                  <a:gsLst>
                    <a:gs pos="31858">
                      <a:schemeClr val="tx1"/>
                    </a:gs>
                    <a:gs pos="5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799917935"/>
      </p:ext>
    </p:extLst>
  </p:cSld>
  <p:clrMapOvr>
    <a:masterClrMapping/>
  </p:clrMapOvr>
  <p:transition>
    <p:fade/>
  </p:transition>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403974139"/>
      </p:ext>
    </p:extLst>
  </p:cSld>
  <p:clrMapOvr>
    <a:masterClrMapping/>
  </p:clrMapOvr>
  <p:transition>
    <p:fade/>
  </p:transition>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2585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96479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1715517"/>
      </p:ext>
    </p:extLst>
  </p:cSld>
  <p:clrMapOvr>
    <a:masterClrMapping/>
  </p:clrMapOvr>
  <p:transition>
    <p:fade/>
  </p:transition>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283530356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586398"/>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Box &amp; Photo">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628613"/>
      </p:ext>
    </p:extLst>
  </p:cSld>
  <p:clrMapOvr>
    <a:masterClrMapping/>
  </p:clrMapOvr>
  <p:transition>
    <p:fade/>
  </p:transition>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Blank Blu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2421515"/>
      </p:ext>
    </p:extLst>
  </p:cSld>
  <p:clrMapOvr>
    <a:masterClrMapping/>
  </p:clrMapOvr>
  <p:transition>
    <p:fade/>
  </p:transition>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Title Only">
    <p:bg bwMode="gray">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270847303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Small Title Only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1402717316"/>
      </p:ext>
    </p:extLst>
  </p:cSld>
  <p:clrMapOvr>
    <a:masterClrMapping/>
  </p:clrMapOvr>
  <p:transition>
    <p:fade/>
  </p:transition>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Section Title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gradFill>
                  <a:gsLst>
                    <a:gs pos="26549">
                      <a:schemeClr val="tx1"/>
                    </a:gs>
                    <a:gs pos="57000">
                      <a:schemeClr val="tx1"/>
                    </a:gs>
                  </a:gsLst>
                  <a:lin ang="5400000" scaled="0"/>
                </a:gradFill>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79632"/>
      </p:ext>
    </p:extLst>
  </p:cSld>
  <p:clrMapOvr>
    <a:masterClrMapping/>
  </p:clrMapOvr>
  <p:transition>
    <p:fade/>
  </p:transition>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amp; 8 Categories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gradFill>
                  <a:gsLst>
                    <a:gs pos="4425">
                      <a:schemeClr val="tx1"/>
                    </a:gs>
                    <a:gs pos="20000">
                      <a:schemeClr val="tx1"/>
                    </a:gs>
                  </a:gsLst>
                  <a:lin ang="5400000" scaled="0"/>
                </a:gradFill>
              </a:defRPr>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chemeClr val="accent1"/>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1583968444"/>
      </p:ext>
    </p:extLst>
  </p:cSld>
  <p:clrMapOvr>
    <a:masterClrMapping/>
  </p:clrMapOvr>
  <p:transition>
    <p:fade/>
  </p:transition>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1628530857"/>
      </p:ext>
    </p:extLst>
  </p:cSld>
  <p:clrMapOvr>
    <a:masterClrMapping/>
  </p:clrMapOvr>
  <p:transition>
    <p:fade/>
  </p:transition>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01606433"/>
      </p:ext>
    </p:extLst>
  </p:cSld>
  <p:clrMapOvr>
    <a:masterClrMapping/>
  </p:clrMapOvr>
  <p:transition>
    <p:fade/>
  </p:transition>
  <p:timing>
    <p:tnLst>
      <p:par>
        <p:cTn id="1" dur="indefinite" restart="never" nodeType="tmRoot"/>
      </p:par>
    </p:tn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and Content 2 Ligh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223536372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amp; Content Bulleted Text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5275932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amp; Content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1701190787"/>
      </p:ext>
    </p:extLst>
  </p:cSld>
  <p:clrMapOvr>
    <a:masterClrMapping/>
  </p:clrMapOvr>
  <p:transition>
    <p:fade/>
  </p:transition>
  <p:timing>
    <p:tnLst>
      <p:par>
        <p:cTn id="1" dur="indefinite" restart="never" nodeType="tmRoot"/>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amp; Content Blue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126782039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Only Blue">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gradFill>
                  <a:gsLst>
                    <a:gs pos="31858">
                      <a:schemeClr val="tx1"/>
                    </a:gs>
                    <a:gs pos="5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448707873"/>
      </p:ext>
    </p:extLst>
  </p:cSld>
  <p:clrMapOvr>
    <a:masterClrMapping/>
  </p:clrMapOvr>
  <p:transition>
    <p:fade/>
  </p:transition>
  <p:timing>
    <p:tnLst>
      <p:par>
        <p:cTn id="1" dur="indefinite" restart="never" nodeType="tmRoot"/>
      </p:par>
    </p:tn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560123997"/>
      </p:ext>
    </p:extLst>
  </p:cSld>
  <p:clrMapOvr>
    <a:masterClrMapping/>
  </p:clrMapOvr>
  <p:transition>
    <p:fade/>
  </p:transition>
  <p:timing>
    <p:tnLst>
      <p:par>
        <p:cTn id="1" dur="indefinite" restart="never" nodeType="tmRoot"/>
      </p:par>
    </p:tn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7755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7412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909777"/>
      </p:ext>
    </p:extLst>
  </p:cSld>
  <p:clrMapOvr>
    <a:masterClrMapping/>
  </p:clrMapOvr>
  <p:transition>
    <p:fade/>
  </p:transition>
  <p:timing>
    <p:tnLst>
      <p:par>
        <p:cTn id="1" dur="indefinite" restart="never" nodeType="tmRoot"/>
      </p:par>
    </p:tn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391094334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55008" y="372394"/>
            <a:ext cx="10726460" cy="1351952"/>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855008" y="1861968"/>
            <a:ext cx="5285502" cy="4437962"/>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95965" y="1861968"/>
            <a:ext cx="5285502" cy="4437962"/>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5008" y="6482889"/>
            <a:ext cx="2798207" cy="372394"/>
          </a:xfrm>
          <a:prstGeom prst="rect">
            <a:avLst/>
          </a:prstGeom>
        </p:spPr>
        <p:txBody>
          <a:bodyPr/>
          <a:lstStyle/>
          <a:p>
            <a:pPr defTabSz="932597"/>
            <a:fld id="{FCBA4302-AB3A-4B30-AA1E-4FC776169C46}" type="datetimeFigureOut">
              <a:rPr lang="en-US" smtClean="0">
                <a:solidFill>
                  <a:srgbClr val="FFFFFF"/>
                </a:solidFill>
              </a:rPr>
              <a:pPr defTabSz="932597"/>
              <a:t>12/26/2015</a:t>
            </a:fld>
            <a:endParaRPr lang="en-US" dirty="0">
              <a:solidFill>
                <a:srgbClr val="FFFFFF"/>
              </a:solidFill>
            </a:endParaRPr>
          </a:p>
        </p:txBody>
      </p:sp>
      <p:sp>
        <p:nvSpPr>
          <p:cNvPr id="6" name="Footer Placeholder 5"/>
          <p:cNvSpPr>
            <a:spLocks noGrp="1"/>
          </p:cNvSpPr>
          <p:nvPr>
            <p:ph type="ftr" sz="quarter" idx="11"/>
          </p:nvPr>
        </p:nvSpPr>
        <p:spPr>
          <a:xfrm>
            <a:off x="4119583" y="6482889"/>
            <a:ext cx="4197310" cy="372394"/>
          </a:xfrm>
          <a:prstGeom prst="rect">
            <a:avLst/>
          </a:prstGeom>
        </p:spPr>
        <p:txBody>
          <a:bodyPr/>
          <a:lstStyle/>
          <a:p>
            <a:pPr defTabSz="932597"/>
            <a:endParaRPr lang="en-US" dirty="0">
              <a:solidFill>
                <a:srgbClr val="FFFFFF"/>
              </a:solidFill>
            </a:endParaRPr>
          </a:p>
        </p:txBody>
      </p:sp>
      <p:sp>
        <p:nvSpPr>
          <p:cNvPr id="7" name="Slide Number Placeholder 6"/>
          <p:cNvSpPr>
            <a:spLocks noGrp="1"/>
          </p:cNvSpPr>
          <p:nvPr>
            <p:ph type="sldNum" sz="quarter" idx="12"/>
          </p:nvPr>
        </p:nvSpPr>
        <p:spPr>
          <a:xfrm>
            <a:off x="8783260" y="6482889"/>
            <a:ext cx="2798207" cy="372394"/>
          </a:xfrm>
          <a:prstGeom prst="rect">
            <a:avLst/>
          </a:prstGeom>
        </p:spPr>
        <p:txBody>
          <a:bodyPr/>
          <a:lstStyle/>
          <a:p>
            <a:pPr defTabSz="932597"/>
            <a:fld id="{238D2EFD-9BE3-4DA5-8511-61AA80F92140}" type="slidenum">
              <a:rPr lang="en-US" smtClean="0">
                <a:solidFill>
                  <a:srgbClr val="FFFFFF"/>
                </a:solidFill>
              </a:rPr>
              <a:pPr defTabSz="932597"/>
              <a:t>‹#›</a:t>
            </a:fld>
            <a:endParaRPr lang="en-US" dirty="0">
              <a:solidFill>
                <a:srgbClr val="FFFFFF"/>
              </a:solidFill>
            </a:endParaRPr>
          </a:p>
        </p:txBody>
      </p:sp>
    </p:spTree>
    <p:extLst>
      <p:ext uri="{BB962C8B-B14F-4D97-AF65-F5344CB8AC3E}">
        <p14:creationId xmlns:p14="http://schemas.microsoft.com/office/powerpoint/2010/main" val="2294455397"/>
      </p:ext>
    </p:extLst>
  </p:cSld>
  <p:clrMapOvr>
    <a:masterClrMapping/>
  </p:clrMapOvr>
  <p:timing>
    <p:tnLst>
      <p:par>
        <p:cTn id="1" dur="indefinite" restart="never" nodeType="tmRoot"/>
      </p:par>
    </p:tn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userDrawn="1">
  <p:cSld name="Cloud Screen">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269241" y="259792"/>
            <a:ext cx="11653521" cy="1075884"/>
          </a:xfrm>
        </p:spPr>
        <p:txBody>
          <a:bodyPr lIns="146304" tIns="91440" rIns="146304" bIns="91440"/>
          <a:lstStyle>
            <a:lvl1pPr>
              <a:lnSpc>
                <a:spcPts val="6176"/>
              </a:lnSpc>
              <a:defRPr sz="4000" baseline="0">
                <a:solidFill>
                  <a:schemeClr val="tx1"/>
                </a:solidFill>
              </a:defRPr>
            </a:lvl1pPr>
          </a:lstStyle>
          <a:p>
            <a:r>
              <a:rPr lang="en-US" dirty="0" smtClean="0"/>
              <a:t>Lorem ipsum dolor sit.</a:t>
            </a:r>
            <a:endParaRPr lang="en-US" dirty="0"/>
          </a:p>
        </p:txBody>
      </p:sp>
      <p:sp>
        <p:nvSpPr>
          <p:cNvPr id="6" name="Text Placeholder 3"/>
          <p:cNvSpPr>
            <a:spLocks noGrp="1"/>
          </p:cNvSpPr>
          <p:nvPr>
            <p:ph type="body" sz="quarter" idx="11"/>
          </p:nvPr>
        </p:nvSpPr>
        <p:spPr>
          <a:xfrm>
            <a:off x="7563970" y="1350545"/>
            <a:ext cx="4358791" cy="4949771"/>
          </a:xfrm>
        </p:spPr>
        <p:txBody>
          <a:bodyPr wrap="square">
            <a:normAutofit/>
          </a:bodyPr>
          <a:lstStyle>
            <a:lvl1pPr marL="0" indent="0">
              <a:lnSpc>
                <a:spcPct val="100000"/>
              </a:lnSpc>
              <a:spcBef>
                <a:spcPts val="1200"/>
              </a:spcBef>
              <a:spcAft>
                <a:spcPts val="1200"/>
              </a:spcAft>
              <a:buClr>
                <a:schemeClr val="tx1"/>
              </a:buClr>
              <a:buFont typeface="Wingdings" pitchFamily="2" charset="2"/>
              <a:buNone/>
              <a:defRPr sz="2400">
                <a:solidFill>
                  <a:schemeClr val="accent1"/>
                </a:solidFill>
              </a:defRPr>
            </a:lvl1pPr>
            <a:lvl2pPr marL="0" indent="0">
              <a:lnSpc>
                <a:spcPct val="100000"/>
              </a:lnSpc>
              <a:spcAft>
                <a:spcPts val="1200"/>
              </a:spcAft>
              <a:buNone/>
              <a:defRPr sz="1961">
                <a:solidFill>
                  <a:schemeClr val="tx1"/>
                </a:solidFill>
              </a:defRPr>
            </a:lvl2pPr>
            <a:lvl3pPr marL="227209" indent="0">
              <a:lnSpc>
                <a:spcPct val="100000"/>
              </a:lnSpc>
              <a:spcAft>
                <a:spcPts val="1200"/>
              </a:spcAft>
              <a:buNone/>
              <a:tabLst/>
              <a:defRPr sz="1961">
                <a:solidFill>
                  <a:schemeClr val="tx1"/>
                </a:solidFill>
              </a:defRPr>
            </a:lvl3pPr>
            <a:lvl4pPr marL="451306" indent="0">
              <a:buNone/>
              <a:defRPr/>
            </a:lvl4pPr>
            <a:lvl5pPr marL="672290" indent="0">
              <a:buNone/>
              <a:tabLst/>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7" name="Picture Placeholder 6"/>
          <p:cNvSpPr>
            <a:spLocks noGrp="1"/>
          </p:cNvSpPr>
          <p:nvPr>
            <p:ph type="pic" sz="quarter" idx="12" hasCustomPrompt="1"/>
          </p:nvPr>
        </p:nvSpPr>
        <p:spPr>
          <a:xfrm>
            <a:off x="269875" y="1350963"/>
            <a:ext cx="7294563" cy="4949353"/>
          </a:xfrm>
          <a:ln w="152400">
            <a:noFill/>
          </a:ln>
        </p:spPr>
        <p:txBody>
          <a:bodyPr/>
          <a:lstStyle>
            <a:lvl1pPr marL="0" indent="0">
              <a:buNone/>
              <a:defRPr>
                <a:solidFill>
                  <a:schemeClr val="tx1"/>
                </a:solidFill>
              </a:defRPr>
            </a:lvl1pPr>
          </a:lstStyle>
          <a:p>
            <a:r>
              <a:rPr lang="en-US" dirty="0" smtClean="0"/>
              <a:t>Screen shot or image here</a:t>
            </a:r>
            <a:endParaRPr lang="en-US" dirty="0"/>
          </a:p>
        </p:txBody>
      </p:sp>
      <p:grpSp>
        <p:nvGrpSpPr>
          <p:cNvPr id="11" name="Group 2"/>
          <p:cNvGrpSpPr/>
          <p:nvPr userDrawn="1"/>
        </p:nvGrpSpPr>
        <p:grpSpPr>
          <a:xfrm>
            <a:off x="-1200" y="6642289"/>
            <a:ext cx="12436794" cy="360996"/>
            <a:chOff x="2577137" y="4571778"/>
            <a:chExt cx="9101124" cy="1390560"/>
          </a:xfrm>
        </p:grpSpPr>
        <p:sp>
          <p:nvSpPr>
            <p:cNvPr id="12" name="TextBox 11"/>
            <p:cNvSpPr txBox="1"/>
            <p:nvPr/>
          </p:nvSpPr>
          <p:spPr>
            <a:xfrm>
              <a:off x="2577137" y="4571778"/>
              <a:ext cx="3034890" cy="1390458"/>
            </a:xfrm>
            <a:prstGeom prst="rect">
              <a:avLst/>
            </a:prstGeom>
            <a:solidFill>
              <a:schemeClr val="accent1"/>
            </a:solidFill>
          </p:spPr>
          <p:txBody>
            <a:bodyPr wrap="square" lIns="457135" tIns="137141" rIns="365707" rtlCol="0">
              <a:noAutofit/>
            </a:bodyPr>
            <a:lstStyle/>
            <a:p>
              <a:pPr defTabSz="932515">
                <a:lnSpc>
                  <a:spcPts val="3060"/>
                </a:lnSpc>
              </a:pPr>
              <a:r>
                <a:rPr lang="en-US" sz="2856" dirty="0">
                  <a:solidFill>
                    <a:srgbClr val="FFFFFF"/>
                  </a:solidFill>
                  <a:latin typeface="Segoe UI Light"/>
                </a:rPr>
                <a:t> </a:t>
              </a:r>
            </a:p>
          </p:txBody>
        </p:sp>
        <p:sp>
          <p:nvSpPr>
            <p:cNvPr id="13" name="TextBox 12"/>
            <p:cNvSpPr txBox="1"/>
            <p:nvPr/>
          </p:nvSpPr>
          <p:spPr>
            <a:xfrm>
              <a:off x="5612027" y="4572324"/>
              <a:ext cx="6066234" cy="1390014"/>
            </a:xfrm>
            <a:prstGeom prst="rect">
              <a:avLst/>
            </a:prstGeom>
            <a:solidFill>
              <a:schemeClr val="accent1">
                <a:lumMod val="50000"/>
              </a:schemeClr>
            </a:solidFill>
          </p:spPr>
          <p:txBody>
            <a:bodyPr wrap="square" lIns="457135" tIns="137141" rIns="639989" rtlCol="0">
              <a:noAutofit/>
            </a:bodyPr>
            <a:lstStyle/>
            <a:p>
              <a:pPr defTabSz="932055">
                <a:lnSpc>
                  <a:spcPts val="3001"/>
                </a:lnSpc>
                <a:defRPr/>
              </a:pPr>
              <a:endParaRPr lang="en-US" sz="2856" kern="0" dirty="0">
                <a:solidFill>
                  <a:srgbClr val="FFFFFF"/>
                </a:solidFill>
                <a:latin typeface="Segoe UI Light"/>
              </a:endParaRPr>
            </a:p>
          </p:txBody>
        </p:sp>
      </p:grpSp>
    </p:spTree>
    <p:extLst>
      <p:ext uri="{BB962C8B-B14F-4D97-AF65-F5344CB8AC3E}">
        <p14:creationId xmlns:p14="http://schemas.microsoft.com/office/powerpoint/2010/main" val="253862522"/>
      </p:ext>
    </p:extLst>
  </p:cSld>
  <p:clrMapOvr>
    <a:masterClrMapping/>
  </p:clrMapOvr>
  <p:transition>
    <p:fade/>
  </p:transition>
  <p:timing>
    <p:tnLst>
      <p:par>
        <p:cTn id="1" dur="indefinite" restart="never" nodeType="tmRoot"/>
      </p:par>
    </p:tn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Mission Critical Code">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444676" y="1377434"/>
            <a:ext cx="6886900" cy="4923061"/>
          </a:xfrm>
          <a:solidFill>
            <a:schemeClr val="bg1">
              <a:lumMod val="95000"/>
            </a:schemeClr>
          </a:solidFill>
          <a:ln w="63500">
            <a:solidFill>
              <a:schemeClr val="accent4"/>
            </a:solidFill>
            <a:miter lim="800000"/>
          </a:ln>
        </p:spPr>
        <p:txBody>
          <a:bodyPr wrap="square">
            <a:normAutofit/>
          </a:bodyPr>
          <a:lstStyle>
            <a:lvl1pPr marL="0" indent="0" defTabSz="373039">
              <a:lnSpc>
                <a:spcPct val="100000"/>
              </a:lnSpc>
              <a:spcBef>
                <a:spcPts val="0"/>
              </a:spcBef>
              <a:buClr>
                <a:schemeClr val="tx1"/>
              </a:buClr>
              <a:buFont typeface="Wingdings" pitchFamily="2" charset="2"/>
              <a:buNone/>
              <a:defRPr sz="1836" baseline="0">
                <a:solidFill>
                  <a:schemeClr val="tx1"/>
                </a:solidFill>
                <a:latin typeface="Consolas" panose="020B0609020204030204" pitchFamily="49" charset="0"/>
                <a:cs typeface="Consolas" panose="020B0609020204030204" pitchFamily="49" charset="0"/>
              </a:defRPr>
            </a:lvl1pPr>
            <a:lvl2pPr marL="373039" indent="0" defTabSz="373039">
              <a:lnSpc>
                <a:spcPct val="100000"/>
              </a:lnSpc>
              <a:spcBef>
                <a:spcPts val="0"/>
              </a:spcBef>
              <a:buNone/>
              <a:defRPr sz="1836">
                <a:latin typeface="Consolas" panose="020B0609020204030204" pitchFamily="49" charset="0"/>
                <a:cs typeface="Consolas" panose="020B0609020204030204" pitchFamily="49" charset="0"/>
              </a:defRPr>
            </a:lvl2pPr>
            <a:lvl3pPr marL="746077" indent="0" defTabSz="373039">
              <a:lnSpc>
                <a:spcPct val="100000"/>
              </a:lnSpc>
              <a:spcBef>
                <a:spcPts val="0"/>
              </a:spcBef>
              <a:buNone/>
              <a:tabLst/>
              <a:defRPr sz="1836">
                <a:latin typeface="Consolas" panose="020B0609020204030204" pitchFamily="49" charset="0"/>
                <a:cs typeface="Consolas" panose="020B0609020204030204" pitchFamily="49" charset="0"/>
              </a:defRPr>
            </a:lvl3pPr>
            <a:lvl4pPr marL="1119116" indent="0" defTabSz="373039">
              <a:lnSpc>
                <a:spcPct val="100000"/>
              </a:lnSpc>
              <a:spcBef>
                <a:spcPts val="0"/>
              </a:spcBef>
              <a:buNone/>
              <a:defRPr sz="1836">
                <a:latin typeface="Consolas" panose="020B0609020204030204" pitchFamily="49" charset="0"/>
                <a:cs typeface="Consolas" panose="020B0609020204030204" pitchFamily="49" charset="0"/>
              </a:defRPr>
            </a:lvl4pPr>
            <a:lvl5pPr marL="1492154" indent="0" defTabSz="373039">
              <a:lnSpc>
                <a:spcPct val="100000"/>
              </a:lnSpc>
              <a:spcBef>
                <a:spcPts val="0"/>
              </a:spcBef>
              <a:buNone/>
              <a:tabLst/>
              <a:defRPr sz="1836">
                <a:latin typeface="Consolas" panose="020B0609020204030204" pitchFamily="49" charset="0"/>
                <a:cs typeface="Consolas" panose="020B0609020204030204" pitchFamily="49" charset="0"/>
              </a:defRPr>
            </a:lvl5pPr>
          </a:lstStyle>
          <a:p>
            <a:pPr lvl="0"/>
            <a:r>
              <a:rPr lang="en-US" dirty="0" smtClean="0"/>
              <a:t>Click to edit code</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12" name="Group 11"/>
          <p:cNvGrpSpPr/>
          <p:nvPr userDrawn="1"/>
        </p:nvGrpSpPr>
        <p:grpSpPr>
          <a:xfrm>
            <a:off x="-1200" y="6644680"/>
            <a:ext cx="12436794" cy="360970"/>
            <a:chOff x="-1200" y="6644680"/>
            <a:chExt cx="12436794" cy="360970"/>
          </a:xfrm>
        </p:grpSpPr>
        <p:sp>
          <p:nvSpPr>
            <p:cNvPr id="13" name="TextBox 12"/>
            <p:cNvSpPr txBox="1"/>
            <p:nvPr/>
          </p:nvSpPr>
          <p:spPr>
            <a:xfrm>
              <a:off x="-1200" y="6644680"/>
              <a:ext cx="4147213" cy="360970"/>
            </a:xfrm>
            <a:prstGeom prst="rect">
              <a:avLst/>
            </a:prstGeom>
            <a:solidFill>
              <a:schemeClr val="accent4"/>
            </a:solidFill>
          </p:spPr>
          <p:txBody>
            <a:bodyPr wrap="square" lIns="457135" tIns="137141" rIns="365707" rtlCol="0">
              <a:noAutofit/>
            </a:bodyPr>
            <a:lstStyle/>
            <a:p>
              <a:pPr defTabSz="932515" fontAlgn="auto">
                <a:lnSpc>
                  <a:spcPts val="3060"/>
                </a:lnSpc>
                <a:spcBef>
                  <a:spcPts val="0"/>
                </a:spcBef>
                <a:spcAft>
                  <a:spcPts val="0"/>
                </a:spcAft>
              </a:pPr>
              <a:r>
                <a:rPr lang="en-US" sz="2856" dirty="0">
                  <a:solidFill>
                    <a:srgbClr val="FFFFFF"/>
                  </a:solidFill>
                  <a:latin typeface="Segoe UI Light"/>
                  <a:ea typeface="+mn-ea"/>
                  <a:cs typeface="+mn-cs"/>
                </a:rPr>
                <a:t> </a:t>
              </a:r>
            </a:p>
          </p:txBody>
        </p:sp>
        <p:sp>
          <p:nvSpPr>
            <p:cNvPr id="14" name="TextBox 13"/>
            <p:cNvSpPr txBox="1"/>
            <p:nvPr userDrawn="1"/>
          </p:nvSpPr>
          <p:spPr>
            <a:xfrm>
              <a:off x="4146013" y="6644680"/>
              <a:ext cx="8289581" cy="360970"/>
            </a:xfrm>
            <a:prstGeom prst="rect">
              <a:avLst/>
            </a:prstGeom>
            <a:solidFill>
              <a:srgbClr val="900000"/>
            </a:solidFill>
          </p:spPr>
          <p:txBody>
            <a:bodyPr wrap="square" lIns="457135" tIns="137141" rIns="365707" rtlCol="0">
              <a:noAutofit/>
            </a:bodyPr>
            <a:lstStyle/>
            <a:p>
              <a:pPr defTabSz="932515" fontAlgn="auto">
                <a:lnSpc>
                  <a:spcPts val="3060"/>
                </a:lnSpc>
                <a:spcBef>
                  <a:spcPts val="0"/>
                </a:spcBef>
                <a:spcAft>
                  <a:spcPts val="0"/>
                </a:spcAft>
              </a:pPr>
              <a:r>
                <a:rPr lang="en-US" sz="2856" dirty="0">
                  <a:solidFill>
                    <a:srgbClr val="FFFFFF"/>
                  </a:solidFill>
                  <a:latin typeface="Segoe UI Light"/>
                  <a:ea typeface="+mn-ea"/>
                  <a:cs typeface="+mn-cs"/>
                </a:rPr>
                <a:t> </a:t>
              </a:r>
            </a:p>
          </p:txBody>
        </p:sp>
      </p:grpSp>
      <p:sp>
        <p:nvSpPr>
          <p:cNvPr id="20" name="Text Placeholder 2"/>
          <p:cNvSpPr>
            <a:spLocks noGrp="1"/>
          </p:cNvSpPr>
          <p:nvPr>
            <p:ph type="body" sz="quarter" idx="13" hasCustomPrompt="1"/>
          </p:nvPr>
        </p:nvSpPr>
        <p:spPr>
          <a:xfrm>
            <a:off x="7564438" y="1350963"/>
            <a:ext cx="4598987" cy="4923425"/>
          </a:xfrm>
        </p:spPr>
        <p:txBody>
          <a:bodyPr/>
          <a:lstStyle>
            <a:lvl1pPr marL="0" indent="0">
              <a:lnSpc>
                <a:spcPct val="100000"/>
              </a:lnSpc>
              <a:spcBef>
                <a:spcPts val="2000"/>
              </a:spcBef>
              <a:buFontTx/>
              <a:buNone/>
              <a:defRPr lang="en-US" sz="2400" kern="1200" dirty="0" smtClean="0">
                <a:solidFill>
                  <a:schemeClr val="accent4"/>
                </a:solidFill>
                <a:latin typeface="+mj-lt"/>
                <a:ea typeface="ＭＳ Ｐゴシック" charset="0"/>
                <a:cs typeface="ＭＳ Ｐゴシック" charset="0"/>
              </a:defRPr>
            </a:lvl1pPr>
            <a:lvl2pPr marL="342900" indent="0">
              <a:lnSpc>
                <a:spcPct val="100000"/>
              </a:lnSpc>
              <a:spcBef>
                <a:spcPts val="2000"/>
              </a:spcBef>
              <a:buFontTx/>
              <a:buNone/>
              <a:defRPr lang="en-US" sz="1960" b="0" kern="1200" dirty="0" smtClean="0">
                <a:solidFill>
                  <a:schemeClr val="tx1"/>
                </a:solidFill>
                <a:latin typeface="+mn-lt"/>
                <a:ea typeface="ＭＳ Ｐゴシック" charset="0"/>
                <a:cs typeface="Segoe UI Semibold" panose="020B0702040204020203" pitchFamily="34" charset="0"/>
              </a:defRPr>
            </a:lvl2pPr>
            <a:lvl3pPr marL="571500" indent="0">
              <a:lnSpc>
                <a:spcPct val="100000"/>
              </a:lnSpc>
              <a:spcBef>
                <a:spcPts val="2000"/>
              </a:spcBef>
              <a:buFontTx/>
              <a:buNone/>
              <a:defRPr/>
            </a:lvl3pPr>
            <a:lvl4pPr marL="800100" indent="0">
              <a:lnSpc>
                <a:spcPct val="100000"/>
              </a:lnSpc>
              <a:spcBef>
                <a:spcPts val="2000"/>
              </a:spcBef>
              <a:buFontTx/>
              <a:buNone/>
              <a:defRPr/>
            </a:lvl4pPr>
            <a:lvl5pPr marL="1028700" indent="0">
              <a:lnSpc>
                <a:spcPct val="100000"/>
              </a:lnSpc>
              <a:spcBef>
                <a:spcPts val="2000"/>
              </a:spcBef>
              <a:buFontTx/>
              <a:buNone/>
              <a:defRPr/>
            </a:lvl5pPr>
          </a:lstStyle>
          <a:p>
            <a:pPr marL="0" lvl="0" indent="0" algn="l" defTabSz="931863" rtl="0" fontAlgn="base">
              <a:lnSpc>
                <a:spcPct val="100000"/>
              </a:lnSpc>
              <a:spcBef>
                <a:spcPts val="1224"/>
              </a:spcBef>
              <a:spcAft>
                <a:spcPts val="1200"/>
              </a:spcAft>
              <a:buClr>
                <a:schemeClr val="tx1"/>
              </a:buClr>
              <a:buSzPct val="90000"/>
              <a:buFont typeface="Wingdings" pitchFamily="2" charset="2"/>
              <a:buNone/>
            </a:pPr>
            <a:r>
              <a:rPr lang="en-US" dirty="0" smtClean="0"/>
              <a:t>Click to edit Master text styles</a:t>
            </a:r>
          </a:p>
          <a:p>
            <a:pPr marL="0" lvl="1" indent="0" algn="l" defTabSz="931863" rtl="0" fontAlgn="base">
              <a:lnSpc>
                <a:spcPct val="100000"/>
              </a:lnSpc>
              <a:spcBef>
                <a:spcPts val="612"/>
              </a:spcBef>
              <a:spcAft>
                <a:spcPts val="1200"/>
              </a:spcAft>
              <a:buSzPct val="90000"/>
              <a:buFont typeface="Arial" charset="0"/>
              <a:buNone/>
            </a:pPr>
            <a:r>
              <a:rPr lang="en-US" dirty="0" smtClean="0"/>
              <a:t>Second level</a:t>
            </a:r>
          </a:p>
        </p:txBody>
      </p:sp>
      <p:sp>
        <p:nvSpPr>
          <p:cNvPr id="23" name="Text Placeholder 4"/>
          <p:cNvSpPr>
            <a:spLocks noGrp="1"/>
          </p:cNvSpPr>
          <p:nvPr>
            <p:ph type="body" sz="quarter" idx="14"/>
          </p:nvPr>
        </p:nvSpPr>
        <p:spPr>
          <a:xfrm>
            <a:off x="269241" y="259792"/>
            <a:ext cx="11649456" cy="1078992"/>
          </a:xfrm>
        </p:spPr>
        <p:txBody>
          <a:bodyPr lIns="146304" tIns="91440" rIns="146304" bIns="91440" anchor="ctr" anchorCtr="0"/>
          <a:lstStyle>
            <a:lvl1pPr marL="0" indent="0">
              <a:buNone/>
              <a:defRPr sz="4000">
                <a:solidFill>
                  <a:schemeClr val="tx1">
                    <a:lumMod val="90000"/>
                    <a:lumOff val="10000"/>
                  </a:schemeClr>
                </a:solidFill>
              </a:defRPr>
            </a:lvl1pPr>
            <a:lvl5pPr marL="1028700" indent="0">
              <a:buNone/>
              <a:defRPr/>
            </a:lvl5pPr>
          </a:lstStyle>
          <a:p>
            <a:pPr lvl="0"/>
            <a:r>
              <a:rPr lang="en-US" smtClean="0"/>
              <a:t>Click to edit Master text styles</a:t>
            </a:r>
          </a:p>
        </p:txBody>
      </p:sp>
    </p:spTree>
    <p:extLst>
      <p:ext uri="{BB962C8B-B14F-4D97-AF65-F5344CB8AC3E}">
        <p14:creationId xmlns:p14="http://schemas.microsoft.com/office/powerpoint/2010/main" val="2164424370"/>
      </p:ext>
    </p:extLst>
  </p:cSld>
  <p:clrMapOvr>
    <a:masterClrMapping/>
  </p:clrMapOvr>
  <p:transition>
    <p:fade/>
  </p:transition>
  <p:timing>
    <p:tnLst>
      <p:par>
        <p:cTn id="1" dur="indefinite" restart="never" nodeType="tmRoot"/>
      </p:par>
    </p:tn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Mission Critical Screen">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269241" y="259792"/>
            <a:ext cx="11653521" cy="1075884"/>
          </a:xfrm>
        </p:spPr>
        <p:txBody>
          <a:bodyPr lIns="146304" tIns="91440" rIns="146304" bIns="91440"/>
          <a:lstStyle>
            <a:lvl1pPr>
              <a:lnSpc>
                <a:spcPts val="6176"/>
              </a:lnSpc>
              <a:defRPr sz="4000" baseline="0">
                <a:solidFill>
                  <a:schemeClr val="tx1"/>
                </a:solidFill>
              </a:defRPr>
            </a:lvl1pPr>
          </a:lstStyle>
          <a:p>
            <a:r>
              <a:rPr lang="en-US" smtClean="0"/>
              <a:t>Lorem ipsum dolor sit.</a:t>
            </a:r>
            <a:endParaRPr lang="en-US" dirty="0"/>
          </a:p>
        </p:txBody>
      </p:sp>
      <p:sp>
        <p:nvSpPr>
          <p:cNvPr id="7" name="Picture Placeholder 6"/>
          <p:cNvSpPr>
            <a:spLocks noGrp="1"/>
          </p:cNvSpPr>
          <p:nvPr>
            <p:ph type="pic" sz="quarter" idx="12" hasCustomPrompt="1"/>
          </p:nvPr>
        </p:nvSpPr>
        <p:spPr>
          <a:xfrm>
            <a:off x="269875" y="1350963"/>
            <a:ext cx="7294563" cy="4949353"/>
          </a:xfrm>
          <a:ln w="152400">
            <a:noFill/>
          </a:ln>
        </p:spPr>
        <p:txBody>
          <a:bodyPr/>
          <a:lstStyle>
            <a:lvl1pPr marL="0" indent="0">
              <a:buNone/>
              <a:defRPr>
                <a:solidFill>
                  <a:schemeClr val="tx1"/>
                </a:solidFill>
              </a:defRPr>
            </a:lvl1pPr>
          </a:lstStyle>
          <a:p>
            <a:r>
              <a:rPr lang="en-US" dirty="0" smtClean="0"/>
              <a:t>Screen shot or image here</a:t>
            </a:r>
            <a:endParaRPr lang="en-US" dirty="0"/>
          </a:p>
        </p:txBody>
      </p:sp>
      <p:grpSp>
        <p:nvGrpSpPr>
          <p:cNvPr id="11" name="Group 10"/>
          <p:cNvGrpSpPr/>
          <p:nvPr userDrawn="1"/>
        </p:nvGrpSpPr>
        <p:grpSpPr>
          <a:xfrm>
            <a:off x="-1200" y="6644680"/>
            <a:ext cx="12436794" cy="360970"/>
            <a:chOff x="-1200" y="6644680"/>
            <a:chExt cx="12436794" cy="360970"/>
          </a:xfrm>
        </p:grpSpPr>
        <p:sp>
          <p:nvSpPr>
            <p:cNvPr id="12" name="TextBox 11"/>
            <p:cNvSpPr txBox="1"/>
            <p:nvPr/>
          </p:nvSpPr>
          <p:spPr>
            <a:xfrm>
              <a:off x="-1200" y="6644680"/>
              <a:ext cx="4147213" cy="360970"/>
            </a:xfrm>
            <a:prstGeom prst="rect">
              <a:avLst/>
            </a:prstGeom>
            <a:solidFill>
              <a:schemeClr val="accent4"/>
            </a:solidFill>
          </p:spPr>
          <p:txBody>
            <a:bodyPr wrap="square" lIns="457135" tIns="137141" rIns="365707" rtlCol="0">
              <a:noAutofit/>
            </a:bodyPr>
            <a:lstStyle/>
            <a:p>
              <a:pPr defTabSz="932515" fontAlgn="auto">
                <a:lnSpc>
                  <a:spcPts val="3060"/>
                </a:lnSpc>
                <a:spcBef>
                  <a:spcPts val="0"/>
                </a:spcBef>
                <a:spcAft>
                  <a:spcPts val="0"/>
                </a:spcAft>
              </a:pPr>
              <a:r>
                <a:rPr lang="en-US" sz="2856" dirty="0">
                  <a:solidFill>
                    <a:srgbClr val="FFFFFF"/>
                  </a:solidFill>
                  <a:latin typeface="Segoe UI Light"/>
                  <a:ea typeface="+mn-ea"/>
                  <a:cs typeface="+mn-cs"/>
                </a:rPr>
                <a:t> </a:t>
              </a:r>
            </a:p>
          </p:txBody>
        </p:sp>
        <p:sp>
          <p:nvSpPr>
            <p:cNvPr id="8" name="TextBox 7"/>
            <p:cNvSpPr txBox="1"/>
            <p:nvPr userDrawn="1"/>
          </p:nvSpPr>
          <p:spPr>
            <a:xfrm>
              <a:off x="4146013" y="6644680"/>
              <a:ext cx="8289581" cy="360970"/>
            </a:xfrm>
            <a:prstGeom prst="rect">
              <a:avLst/>
            </a:prstGeom>
            <a:solidFill>
              <a:srgbClr val="900000"/>
            </a:solidFill>
          </p:spPr>
          <p:txBody>
            <a:bodyPr wrap="square" lIns="457135" tIns="137141" rIns="365707" rtlCol="0">
              <a:noAutofit/>
            </a:bodyPr>
            <a:lstStyle/>
            <a:p>
              <a:pPr defTabSz="932515" fontAlgn="auto">
                <a:lnSpc>
                  <a:spcPts val="3060"/>
                </a:lnSpc>
                <a:spcBef>
                  <a:spcPts val="0"/>
                </a:spcBef>
                <a:spcAft>
                  <a:spcPts val="0"/>
                </a:spcAft>
              </a:pPr>
              <a:r>
                <a:rPr lang="en-US" sz="2856" dirty="0">
                  <a:solidFill>
                    <a:srgbClr val="FFFFFF"/>
                  </a:solidFill>
                  <a:latin typeface="Segoe UI Light"/>
                  <a:ea typeface="+mn-ea"/>
                  <a:cs typeface="+mn-cs"/>
                </a:rPr>
                <a:t> </a:t>
              </a:r>
            </a:p>
          </p:txBody>
        </p:sp>
      </p:grpSp>
      <p:sp>
        <p:nvSpPr>
          <p:cNvPr id="16" name="Text Placeholder 2"/>
          <p:cNvSpPr>
            <a:spLocks noGrp="1"/>
          </p:cNvSpPr>
          <p:nvPr>
            <p:ph type="body" sz="quarter" idx="13"/>
          </p:nvPr>
        </p:nvSpPr>
        <p:spPr>
          <a:xfrm>
            <a:off x="7564438" y="1350963"/>
            <a:ext cx="4598987" cy="4923425"/>
          </a:xfrm>
        </p:spPr>
        <p:txBody>
          <a:bodyPr/>
          <a:lstStyle>
            <a:lvl1pPr marL="0" indent="0">
              <a:lnSpc>
                <a:spcPct val="100000"/>
              </a:lnSpc>
              <a:spcBef>
                <a:spcPts val="2000"/>
              </a:spcBef>
              <a:buFontTx/>
              <a:buNone/>
              <a:defRPr sz="3200">
                <a:solidFill>
                  <a:srgbClr val="C00000"/>
                </a:solidFill>
              </a:defRPr>
            </a:lvl1pPr>
            <a:lvl2pPr marL="342900" indent="0">
              <a:lnSpc>
                <a:spcPct val="100000"/>
              </a:lnSpc>
              <a:spcBef>
                <a:spcPts val="2000"/>
              </a:spcBef>
              <a:buFontTx/>
              <a:buNone/>
              <a:defRPr/>
            </a:lvl2pPr>
            <a:lvl3pPr marL="571500" indent="0">
              <a:lnSpc>
                <a:spcPct val="100000"/>
              </a:lnSpc>
              <a:spcBef>
                <a:spcPts val="2000"/>
              </a:spcBef>
              <a:buFontTx/>
              <a:buNone/>
              <a:defRPr/>
            </a:lvl3pPr>
            <a:lvl4pPr marL="800100" indent="0">
              <a:lnSpc>
                <a:spcPct val="100000"/>
              </a:lnSpc>
              <a:spcBef>
                <a:spcPts val="2000"/>
              </a:spcBef>
              <a:buFontTx/>
              <a:buNone/>
              <a:defRPr/>
            </a:lvl4pPr>
            <a:lvl5pPr marL="1028700" indent="0">
              <a:lnSpc>
                <a:spcPct val="100000"/>
              </a:lnSpc>
              <a:spcBef>
                <a:spcPts val="2000"/>
              </a:spcBef>
              <a:buFontTx/>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86816796"/>
      </p:ext>
    </p:extLst>
  </p:cSld>
  <p:clrMapOvr>
    <a:masterClrMapping/>
  </p:clrMapOvr>
  <p:transition>
    <p:fade/>
  </p:transition>
  <p:timing>
    <p:tnLst>
      <p:par>
        <p:cTn id="1" dur="indefinite" restart="never" nodeType="tmRoot"/>
      </p:par>
    </p:tn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74639" y="1212849"/>
            <a:ext cx="11889564" cy="2059025"/>
          </a:xfrm>
        </p:spPr>
        <p:txBody>
          <a:bodyPr/>
          <a:lstStyle>
            <a:lvl1pPr marL="0" indent="0">
              <a:buNone/>
              <a:defRPr/>
            </a:lvl1pPr>
            <a:lvl2pPr marL="28575" indent="0">
              <a:buNone/>
              <a:defRPr sz="2000"/>
            </a:lvl2pPr>
            <a:lvl3pPr marL="223838" indent="0">
              <a:buNone/>
              <a:defRPr sz="2000"/>
            </a:lvl3pPr>
            <a:lvl4pPr marL="476250" indent="0">
              <a:buNone/>
              <a:defRPr sz="1800"/>
            </a:lvl4pPr>
            <a:lvl5pPr marL="739775" indent="0">
              <a:buNone/>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3186481991"/>
      </p:ext>
    </p:extLst>
  </p:cSld>
  <p:clrMapOvr>
    <a:masterClrMapping/>
  </p:clrMapOvr>
  <p:transition>
    <p:fade/>
  </p:transition>
  <p:timing>
    <p:tnLst>
      <p:par>
        <p:cTn id="1" dur="indefinite" restart="never" nodeType="tmRoot"/>
      </p:par>
    </p:tn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5"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spc="150" dirty="0" smtClean="0">
                <a:gradFill>
                  <a:gsLst>
                    <a:gs pos="0">
                      <a:srgbClr val="FFFFFF">
                        <a:alpha val="50000"/>
                      </a:srgbClr>
                    </a:gs>
                    <a:gs pos="86000">
                      <a:srgbClr val="FFFFFF">
                        <a:alpha val="50000"/>
                      </a:srgbClr>
                    </a:gs>
                  </a:gsLst>
                  <a:lin ang="5400000" scaled="0"/>
                </a:gradFill>
              </a:rPr>
              <a:t>MICROSOFT CONFIDENTIAL – INTERNAL ONLY</a:t>
            </a:r>
          </a:p>
        </p:txBody>
      </p:sp>
    </p:spTree>
    <p:extLst>
      <p:ext uri="{BB962C8B-B14F-4D97-AF65-F5344CB8AC3E}">
        <p14:creationId xmlns:p14="http://schemas.microsoft.com/office/powerpoint/2010/main" val="2654967187"/>
      </p:ext>
    </p:extLst>
  </p:cSld>
  <p:clrMapOvr>
    <a:masterClrMapping/>
  </p:clrMapOvr>
  <p:transition>
    <p:fade/>
  </p:transition>
  <p:timing>
    <p:tnLst>
      <p:par>
        <p:cTn id="1" dur="indefinite" restart="never" nodeType="tmRoot"/>
      </p:par>
    </p:tn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457200" y="6565392"/>
            <a:ext cx="3937000" cy="137160"/>
          </a:xfrm>
          <a:prstGeom prst="rect">
            <a:avLst/>
          </a:prstGeom>
        </p:spPr>
        <p:txBody>
          <a:bodyPr/>
          <a:lstStyle>
            <a:lvl1pPr>
              <a:defRPr>
                <a:solidFill>
                  <a:srgbClr val="898989"/>
                </a:solidFill>
              </a:defRPr>
            </a:lvl1pPr>
          </a:lstStyle>
          <a:p>
            <a:r>
              <a:rPr dirty="0" smtClean="0"/>
              <a:t>Microsoft Confidential</a:t>
            </a:r>
            <a:endParaRPr dirty="0"/>
          </a:p>
        </p:txBody>
      </p:sp>
      <p:sp>
        <p:nvSpPr>
          <p:cNvPr id="3" name="Slide Number Placeholder 2"/>
          <p:cNvSpPr>
            <a:spLocks noGrp="1"/>
          </p:cNvSpPr>
          <p:nvPr>
            <p:ph type="sldNum" sz="quarter" idx="11"/>
          </p:nvPr>
        </p:nvSpPr>
        <p:spPr>
          <a:xfrm>
            <a:off x="11595101" y="6565392"/>
            <a:ext cx="566737" cy="137160"/>
          </a:xfrm>
          <a:prstGeom prst="rect">
            <a:avLst/>
          </a:prstGeom>
        </p:spPr>
        <p:txBody>
          <a:bodyPr/>
          <a:lstStyle>
            <a:lvl1pPr algn="r">
              <a:defRPr>
                <a:solidFill>
                  <a:srgbClr val="898989"/>
                </a:solidFill>
              </a:defRPr>
            </a:lvl1pPr>
          </a:lstStyle>
          <a:p>
            <a:fld id="{27258FFF-F925-446B-8502-81C933981705}" type="slidenum">
              <a:rPr smtClean="0"/>
              <a:pPr/>
              <a:t>‹#›</a:t>
            </a:fld>
            <a:endParaRPr dirty="0"/>
          </a:p>
        </p:txBody>
      </p:sp>
    </p:spTree>
    <p:extLst>
      <p:ext uri="{BB962C8B-B14F-4D97-AF65-F5344CB8AC3E}">
        <p14:creationId xmlns:p14="http://schemas.microsoft.com/office/powerpoint/2010/main" val="4146184655"/>
      </p:ext>
    </p:extLst>
  </p:cSld>
  <p:clrMapOvr>
    <a:masterClrMapping/>
  </p:clrMapOvr>
  <p:transition>
    <p:fade/>
  </p:transition>
  <p:timing>
    <p:tnLst>
      <p:par>
        <p:cTn id="1" dur="indefinite" restart="never" nodeType="tmRoot"/>
      </p:par>
    </p:tnLst>
  </p:timing>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Title Slide 2">
    <p:bg bwMode="gray">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p:nvPr>
        </p:nvSpPr>
        <p:spPr>
          <a:xfrm>
            <a:off x="0" y="-1"/>
            <a:ext cx="12436475" cy="6994525"/>
          </a:xfrm>
        </p:spPr>
        <p:txBody>
          <a:bodyPr/>
          <a:lstStyle>
            <a:lvl1pPr marL="0" indent="0">
              <a:buNone/>
              <a:defRPr/>
            </a:lvl1pPr>
          </a:lstStyle>
          <a:p>
            <a:r>
              <a:rPr lang="en-US" dirty="0" smtClean="0"/>
              <a:t>Click icon to add picture</a:t>
            </a:r>
            <a:endParaRPr lang="en-US" dirty="0"/>
          </a:p>
        </p:txBody>
      </p:sp>
      <p:sp>
        <p:nvSpPr>
          <p:cNvPr id="2" name="Footer Placeholder 1"/>
          <p:cNvSpPr>
            <a:spLocks noGrp="1"/>
          </p:cNvSpPr>
          <p:nvPr>
            <p:ph type="ftr" sz="quarter" idx="13"/>
          </p:nvPr>
        </p:nvSpPr>
        <p:spPr/>
        <p:txBody>
          <a:bodyPr/>
          <a:lstStyle/>
          <a:p>
            <a:r>
              <a:rPr lang="en-US" dirty="0" smtClean="0"/>
              <a:t>Microsoft Confidential</a:t>
            </a:r>
            <a:endParaRPr lang="en-US" dirty="0"/>
          </a:p>
        </p:txBody>
      </p:sp>
      <p:sp>
        <p:nvSpPr>
          <p:cNvPr id="3" name="Slide Number Placeholder 2"/>
          <p:cNvSpPr>
            <a:spLocks noGrp="1"/>
          </p:cNvSpPr>
          <p:nvPr>
            <p:ph type="sldNum" sz="quarter" idx="14"/>
          </p:nvPr>
        </p:nvSpPr>
        <p:spPr/>
        <p:txBody>
          <a:bodyPr/>
          <a:lstStyle/>
          <a:p>
            <a:fld id="{27258FFF-F925-446B-8502-81C933981705}" type="slidenum">
              <a:rPr lang="en-US" smtClean="0"/>
              <a:pPr/>
              <a:t>‹#›</a:t>
            </a:fld>
            <a:endParaRPr lang="en-US" dirty="0"/>
          </a:p>
        </p:txBody>
      </p:sp>
      <p:sp>
        <p:nvSpPr>
          <p:cNvPr id="7" name="Text Placeholder 4"/>
          <p:cNvSpPr>
            <a:spLocks noGrp="1"/>
          </p:cNvSpPr>
          <p:nvPr>
            <p:ph type="body" sz="quarter" idx="12" hasCustomPrompt="1"/>
          </p:nvPr>
        </p:nvSpPr>
        <p:spPr>
          <a:xfrm>
            <a:off x="276540" y="3954457"/>
            <a:ext cx="5197379" cy="1018969"/>
          </a:xfrm>
          <a:noFill/>
        </p:spPr>
        <p:txBody>
          <a:bodyPr lIns="182880" tIns="146304" rIns="182880" bIns="146304">
            <a:noAutofit/>
          </a:bodyPr>
          <a:lstStyle>
            <a:lvl1pPr marL="0" indent="0">
              <a:spcBef>
                <a:spcPts val="0"/>
              </a:spcBef>
              <a:buNone/>
              <a:defRPr sz="3600" spc="0" baseline="0">
                <a:gradFill>
                  <a:gsLst>
                    <a:gs pos="7965">
                      <a:schemeClr val="tx1"/>
                    </a:gs>
                    <a:gs pos="8000">
                      <a:schemeClr val="tx1"/>
                    </a:gs>
                  </a:gsLst>
                  <a:lin ang="5400000" scaled="0"/>
                </a:gradFill>
                <a:latin typeface="+mj-lt"/>
              </a:defRPr>
            </a:lvl1pPr>
          </a:lstStyle>
          <a:p>
            <a:pPr lvl="0"/>
            <a:r>
              <a:rPr lang="en-US" dirty="0" smtClean="0"/>
              <a:t>Speaker Name</a:t>
            </a:r>
          </a:p>
        </p:txBody>
      </p:sp>
      <p:sp>
        <p:nvSpPr>
          <p:cNvPr id="8" name="Title 1"/>
          <p:cNvSpPr>
            <a:spLocks noGrp="1"/>
          </p:cNvSpPr>
          <p:nvPr>
            <p:ph type="title" hasCustomPrompt="1"/>
          </p:nvPr>
        </p:nvSpPr>
        <p:spPr>
          <a:xfrm>
            <a:off x="274703" y="2125677"/>
            <a:ext cx="5187450" cy="1828800"/>
          </a:xfrm>
          <a:noFill/>
        </p:spPr>
        <p:txBody>
          <a:bodyPr lIns="146304" tIns="91440" rIns="146304" bIns="91440" anchor="t" anchorCtr="0"/>
          <a:lstStyle>
            <a:lvl1pPr>
              <a:defRPr sz="6000" spc="-100" baseline="0">
                <a:gradFill>
                  <a:gsLst>
                    <a:gs pos="7965">
                      <a:schemeClr val="tx1"/>
                    </a:gs>
                    <a:gs pos="8000">
                      <a:schemeClr val="tx1"/>
                    </a:gs>
                  </a:gsLst>
                  <a:lin ang="5400000" scaled="0"/>
                </a:gradFill>
              </a:defRPr>
            </a:lvl1pPr>
          </a:lstStyle>
          <a:p>
            <a:r>
              <a:rPr lang="en-US" dirty="0" smtClean="0"/>
              <a:t>Presentation title</a:t>
            </a:r>
            <a:endParaRPr lang="en-US" dirty="0"/>
          </a:p>
        </p:txBody>
      </p:sp>
      <p:pic>
        <p:nvPicPr>
          <p:cNvPr id="9" name="Picture 8" descr="C:\Users\petern\AppData\Local\Temp\vmware-petern\VMwareDnD\8013908a\PPE_Logo_RGB_bootcamp_600x13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84758" y="6287834"/>
            <a:ext cx="1877080" cy="40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9749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764324"/>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Box &amp; Photo">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566907"/>
      </p:ext>
    </p:extLst>
  </p:cSld>
  <p:clrMapOvr>
    <a:masterClrMapping/>
  </p:clrMapOvr>
  <p:transition>
    <p:fade/>
  </p:transition>
  <p:timing>
    <p:tnLst>
      <p:par>
        <p:cTn id="1" dur="indefinite" restart="never" nodeType="tmRoot"/>
      </p:par>
    </p:tnLst>
  </p:timing>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Blank Blu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29747"/>
      </p:ext>
    </p:extLst>
  </p:cSld>
  <p:clrMapOvr>
    <a:masterClrMapping/>
  </p:clrMapOvr>
  <p:transition>
    <p:fade/>
  </p:transition>
  <p:timing>
    <p:tnLst>
      <p:par>
        <p:cTn id="1" dur="indefinite" restart="never" nodeType="tmRoot"/>
      </p:par>
    </p:tnLst>
  </p:timing>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1_Title Only">
    <p:bg bwMode="gray">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345889045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Small Title Only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4282798338"/>
      </p:ext>
    </p:extLst>
  </p:cSld>
  <p:clrMapOvr>
    <a:masterClrMapping/>
  </p:clrMapOvr>
  <p:transition>
    <p:fade/>
  </p:transition>
  <p:timing>
    <p:tnLst>
      <p:par>
        <p:cTn id="1" dur="indefinite" restart="never" nodeType="tmRoot"/>
      </p:par>
    </p:tnLst>
  </p:timing>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Section Title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gradFill>
                  <a:gsLst>
                    <a:gs pos="26549">
                      <a:schemeClr val="tx1"/>
                    </a:gs>
                    <a:gs pos="57000">
                      <a:schemeClr val="tx1"/>
                    </a:gs>
                  </a:gsLst>
                  <a:lin ang="5400000" scaled="0"/>
                </a:gradFill>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680834"/>
      </p:ext>
    </p:extLst>
  </p:cSld>
  <p:clrMapOvr>
    <a:masterClrMapping/>
  </p:clrMapOvr>
  <p:transition>
    <p:fade/>
  </p:transition>
  <p:timing>
    <p:tnLst>
      <p:par>
        <p:cTn id="1" dur="indefinite" restart="never" nodeType="tmRoot"/>
      </p:par>
    </p:tnLst>
  </p:timing>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amp; 8 Categories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gradFill>
                  <a:gsLst>
                    <a:gs pos="4425">
                      <a:schemeClr val="tx1"/>
                    </a:gs>
                    <a:gs pos="20000">
                      <a:schemeClr val="tx1"/>
                    </a:gs>
                  </a:gsLst>
                  <a:lin ang="5400000" scaled="0"/>
                </a:gradFill>
              </a:defRPr>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chemeClr val="accent1"/>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2197157519"/>
      </p:ext>
    </p:extLst>
  </p:cSld>
  <p:clrMapOvr>
    <a:masterClrMapping/>
  </p:clrMapOvr>
  <p:transition>
    <p:fade/>
  </p:transition>
  <p:timing>
    <p:tnLst>
      <p:par>
        <p:cTn id="1" dur="indefinite" restart="never" nodeType="tmRoot"/>
      </p:par>
    </p:tnLst>
  </p:timing>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387404599"/>
      </p:ext>
    </p:extLst>
  </p:cSld>
  <p:clrMapOvr>
    <a:masterClrMapping/>
  </p:clrMapOvr>
  <p:transition>
    <p:fade/>
  </p:transition>
  <p:timing>
    <p:tnLst>
      <p:par>
        <p:cTn id="1" dur="indefinite" restart="never" nodeType="tmRoot"/>
      </p:par>
    </p:tnLst>
  </p:timing>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46756463"/>
      </p:ext>
    </p:extLst>
  </p:cSld>
  <p:clrMapOvr>
    <a:masterClrMapping/>
  </p:clrMapOvr>
  <p:transition>
    <p:fade/>
  </p:transition>
  <p:timing>
    <p:tnLst>
      <p:par>
        <p:cTn id="1" dur="indefinite" restart="never" nodeType="tmRoot"/>
      </p:par>
    </p:tnLst>
  </p:timing>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itle and Content 2 Ligh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109117702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Title &amp; Content Bulleted Text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7638669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itle &amp; Content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3050137229"/>
      </p:ext>
    </p:extLst>
  </p:cSld>
  <p:clrMapOvr>
    <a:masterClrMapping/>
  </p:clrMapOvr>
  <p:transition>
    <p:fade/>
  </p:transition>
  <p:timing>
    <p:tnLst>
      <p:par>
        <p:cTn id="1" dur="indefinite" restart="never" nodeType="tmRoot"/>
      </p:par>
    </p:tnLst>
  </p:timing>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Title &amp; Content Blue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239314597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itle Only Blue">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gradFill>
                  <a:gsLst>
                    <a:gs pos="31858">
                      <a:schemeClr val="tx1"/>
                    </a:gs>
                    <a:gs pos="5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868249396"/>
      </p:ext>
    </p:extLst>
  </p:cSld>
  <p:clrMapOvr>
    <a:masterClrMapping/>
  </p:clrMapOvr>
  <p:transition>
    <p:fade/>
  </p:transition>
  <p:timing>
    <p:tnLst>
      <p:par>
        <p:cTn id="1" dur="indefinite" restart="never" nodeType="tmRoot"/>
      </p:par>
    </p:tnLst>
  </p:timing>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954709886"/>
      </p:ext>
    </p:extLst>
  </p:cSld>
  <p:clrMapOvr>
    <a:masterClrMapping/>
  </p:clrMapOvr>
  <p:transition>
    <p:fade/>
  </p:transition>
  <p:timing>
    <p:tnLst>
      <p:par>
        <p:cTn id="1" dur="indefinite" restart="never" nodeType="tmRoot"/>
      </p:par>
    </p:tnLst>
  </p:timing>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0633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9778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341115"/>
      </p:ext>
    </p:extLst>
  </p:cSld>
  <p:clrMapOvr>
    <a:masterClrMapping/>
  </p:clrMapOvr>
  <p:transition>
    <p:fade/>
  </p:transition>
  <p:timing>
    <p:tnLst>
      <p:par>
        <p:cTn id="1" dur="indefinite" restart="never" nodeType="tmRoot"/>
      </p:par>
    </p:tnLst>
  </p:timing>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10359620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18331"/>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Box &amp; Photo">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3279152"/>
      </p:ext>
    </p:extLst>
  </p:cSld>
  <p:clrMapOvr>
    <a:masterClrMapping/>
  </p:clrMapOvr>
  <p:transition>
    <p:fade/>
  </p:transition>
  <p:timing>
    <p:tnLst>
      <p:par>
        <p:cTn id="1" dur="indefinite" restart="never" nodeType="tmRoot"/>
      </p:par>
    </p:tnLst>
  </p:timing>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Blank Blu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36373"/>
      </p:ext>
    </p:extLst>
  </p:cSld>
  <p:clrMapOvr>
    <a:masterClrMapping/>
  </p:clrMapOvr>
  <p:transition>
    <p:fade/>
  </p:transition>
  <p:timing>
    <p:tnLst>
      <p:par>
        <p:cTn id="1" dur="indefinite" restart="never" nodeType="tmRoot"/>
      </p:par>
    </p:tnLst>
  </p:timing>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1_Title Only">
    <p:bg bwMode="gray">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92570526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Small Title Only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1264444489"/>
      </p:ext>
    </p:extLst>
  </p:cSld>
  <p:clrMapOvr>
    <a:masterClrMapping/>
  </p:clrMapOvr>
  <p:transition>
    <p:fade/>
  </p:transition>
  <p:timing>
    <p:tnLst>
      <p:par>
        <p:cTn id="1" dur="indefinite" restart="never" nodeType="tmRoot"/>
      </p:par>
    </p:tnLst>
  </p:timing>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Section Title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gradFill>
                  <a:gsLst>
                    <a:gs pos="26549">
                      <a:schemeClr val="tx1"/>
                    </a:gs>
                    <a:gs pos="57000">
                      <a:schemeClr val="tx1"/>
                    </a:gs>
                  </a:gsLst>
                  <a:lin ang="5400000" scaled="0"/>
                </a:gradFill>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6578734"/>
      </p:ext>
    </p:extLst>
  </p:cSld>
  <p:clrMapOvr>
    <a:masterClrMapping/>
  </p:clrMapOvr>
  <p:transition>
    <p:fade/>
  </p:transition>
  <p:timing>
    <p:tnLst>
      <p:par>
        <p:cTn id="1" dur="indefinite" restart="never" nodeType="tmRoot"/>
      </p:par>
    </p:tnLst>
  </p:timing>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amp; 8 Categories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gradFill>
                  <a:gsLst>
                    <a:gs pos="4425">
                      <a:schemeClr val="tx1"/>
                    </a:gs>
                    <a:gs pos="20000">
                      <a:schemeClr val="tx1"/>
                    </a:gs>
                  </a:gsLst>
                  <a:lin ang="5400000" scaled="0"/>
                </a:gradFill>
              </a:defRPr>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chemeClr val="accent1"/>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chemeClr val="accent1"/>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203455301"/>
      </p:ext>
    </p:extLst>
  </p:cSld>
  <p:clrMapOvr>
    <a:masterClrMapping/>
  </p:clrMapOvr>
  <p:transition>
    <p:fade/>
  </p:transition>
  <p:timing>
    <p:tnLst>
      <p:par>
        <p:cTn id="1" dur="indefinite" restart="never" nodeType="tmRoot"/>
      </p:par>
    </p:tnLst>
  </p:timing>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1134850731"/>
      </p:ext>
    </p:extLst>
  </p:cSld>
  <p:clrMapOvr>
    <a:masterClrMapping/>
  </p:clrMapOvr>
  <p:transition>
    <p:fade/>
  </p:transition>
  <p:timing>
    <p:tnLst>
      <p:par>
        <p:cTn id="1" dur="indefinite" restart="never" nodeType="tmRoot"/>
      </p:par>
    </p:tnLst>
  </p:timing>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73571400"/>
      </p:ext>
    </p:extLst>
  </p:cSld>
  <p:clrMapOvr>
    <a:masterClrMapping/>
  </p:clrMapOvr>
  <p:transition>
    <p:fade/>
  </p:transition>
  <p:timing>
    <p:tnLst>
      <p:par>
        <p:cTn id="1" dur="indefinite" restart="never" nodeType="tmRoot"/>
      </p:par>
    </p:tnLst>
  </p:timing>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and Content 2 Ligh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211431242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amp; Content Bulleted Text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0916862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tle &amp; Content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4062901043"/>
      </p:ext>
    </p:extLst>
  </p:cSld>
  <p:clrMapOvr>
    <a:masterClrMapping/>
  </p:clrMapOvr>
  <p:transition>
    <p:fade/>
  </p:transition>
  <p:timing>
    <p:tnLst>
      <p:par>
        <p:cTn id="1" dur="indefinite" restart="never" nodeType="tmRoot"/>
      </p:par>
    </p:tnLst>
  </p:timing>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amp; Content Blue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342034250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Only Blue">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gradFill>
                  <a:gsLst>
                    <a:gs pos="31858">
                      <a:schemeClr val="tx1"/>
                    </a:gs>
                    <a:gs pos="5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1152306235"/>
      </p:ext>
    </p:extLst>
  </p:cSld>
  <p:clrMapOvr>
    <a:masterClrMapping/>
  </p:clrMapOvr>
  <p:transition>
    <p:fade/>
  </p:transition>
  <p:timing>
    <p:tnLst>
      <p:par>
        <p:cTn id="1" dur="indefinite" restart="never" nodeType="tmRoot"/>
      </p:par>
    </p:tnLst>
  </p:timing>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1989306842"/>
      </p:ext>
    </p:extLst>
  </p:cSld>
  <p:clrMapOvr>
    <a:masterClrMapping/>
  </p:clrMapOvr>
  <p:transition>
    <p:fade/>
  </p:transition>
  <p:timing>
    <p:tnLst>
      <p:par>
        <p:cTn id="1" dur="indefinite" restart="never" nodeType="tmRoot"/>
      </p:par>
    </p:tnLst>
  </p:timing>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563994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31604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6037164"/>
      </p:ext>
    </p:extLst>
  </p:cSld>
  <p:clrMapOvr>
    <a:masterClrMapping/>
  </p:clrMapOvr>
  <p:transition>
    <p:fade/>
  </p:transition>
  <p:timing>
    <p:tnLst>
      <p:par>
        <p:cTn id="1" dur="indefinite" restart="never" nodeType="tmRoot"/>
      </p:par>
    </p:tnLst>
  </p:timing>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236531202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2436475" cy="6994525"/>
          </a:xfrm>
        </p:spPr>
        <p:txBody>
          <a:bodyPr/>
          <a:lstStyle>
            <a:lvl1pPr marL="0" indent="0">
              <a:buNone/>
              <a:defRPr/>
            </a:lvl1pPr>
          </a:lstStyle>
          <a:p>
            <a:endParaRPr lang="en-US" dirty="0"/>
          </a:p>
        </p:txBody>
      </p:sp>
      <p:sp>
        <p:nvSpPr>
          <p:cNvPr id="5" name="Title 4"/>
          <p:cNvSpPr>
            <a:spLocks noGrp="1"/>
          </p:cNvSpPr>
          <p:nvPr>
            <p:ph type="title"/>
          </p:nvPr>
        </p:nvSpPr>
        <p:spPr>
          <a:xfrm>
            <a:off x="274320" y="307607"/>
            <a:ext cx="5486718" cy="917575"/>
          </a:xfrm>
        </p:spPr>
        <p:txBody>
          <a:bodyPr/>
          <a:lstStyle>
            <a:lvl1pPr>
              <a:defRPr sz="6000">
                <a:gradFill>
                  <a:gsLst>
                    <a:gs pos="8850">
                      <a:srgbClr val="FFFFFF"/>
                    </a:gs>
                    <a:gs pos="34000">
                      <a:srgbClr val="FFFFFF"/>
                    </a:gs>
                  </a:gsLst>
                  <a:lin ang="5400000" scaled="0"/>
                </a:gradFill>
              </a:defRPr>
            </a:lvl1pPr>
          </a:lstStyle>
          <a:p>
            <a:r>
              <a:rPr lang="en-US" dirty="0" smtClean="0"/>
              <a:t>Click to edit Master title style</a:t>
            </a:r>
            <a:endParaRPr lang="en-US" dirty="0"/>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861980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4104">
          <p15:clr>
            <a:srgbClr val="C35EA4"/>
          </p15:clr>
        </p15:guide>
        <p15:guide id="2" pos="288">
          <p15:clr>
            <a:srgbClr val="C35EA4"/>
          </p15:clr>
        </p15:guide>
        <p15:guide id="3" orient="horz" pos="302">
          <p15:clr>
            <a:srgbClr val="C35EA4"/>
          </p15:clr>
        </p15:guide>
        <p15:guide id="4" pos="7546">
          <p15:clr>
            <a:srgbClr val="C35EA4"/>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Box &amp; Photo">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436475" cy="6994525"/>
          </a:xfrm>
        </p:spPr>
        <p:txBody>
          <a:bodyPr/>
          <a:lstStyle/>
          <a:p>
            <a:endParaRPr lang="en-US" dirty="0"/>
          </a:p>
        </p:txBody>
      </p:sp>
      <p:sp>
        <p:nvSpPr>
          <p:cNvPr id="2" name="Title 1"/>
          <p:cNvSpPr>
            <a:spLocks noGrp="1"/>
          </p:cNvSpPr>
          <p:nvPr>
            <p:ph type="title"/>
          </p:nvPr>
        </p:nvSpPr>
        <p:spPr>
          <a:xfrm>
            <a:off x="274320" y="1211263"/>
            <a:ext cx="4572318" cy="4572000"/>
          </a:xfrm>
        </p:spPr>
        <p:txBody>
          <a:bodyPr/>
          <a:lstStyle>
            <a:lvl1pPr>
              <a:defRPr sz="4800"/>
            </a:lvl1pPr>
          </a:lstStyle>
          <a:p>
            <a:r>
              <a:rPr lang="en-US" dirty="0" smtClean="0"/>
              <a:t>Click to edit Master title style</a:t>
            </a:r>
            <a:endParaRPr lang="en-US" dirty="0"/>
          </a:p>
        </p:txBody>
      </p:sp>
      <p:pic>
        <p:nvPicPr>
          <p:cNvPr id="5" name="Picture 4"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300970"/>
      </p:ext>
    </p:extLst>
  </p:cSld>
  <p:clrMapOvr>
    <a:masterClrMapping/>
  </p:clrMapOvr>
  <p:transition>
    <p:fade/>
  </p:transition>
  <p:timing>
    <p:tnLst>
      <p:par>
        <p:cTn id="1" dur="indefinite" restart="never" nodeType="tmRoot"/>
      </p:par>
    </p:tnLst>
  </p:timing>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Blank Blu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8085659"/>
      </p:ext>
    </p:extLst>
  </p:cSld>
  <p:clrMapOvr>
    <a:masterClrMapping/>
  </p:clrMapOvr>
  <p:transition>
    <p:fade/>
  </p:transition>
  <p:timing>
    <p:tnLst>
      <p:par>
        <p:cTn id="1" dur="indefinite" restart="never" nodeType="tmRoot"/>
      </p:par>
    </p:tnLst>
  </p:timing>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Title Only">
    <p:bg bwMode="gray">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400383718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Small Title Only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Tree>
    <p:extLst>
      <p:ext uri="{BB962C8B-B14F-4D97-AF65-F5344CB8AC3E}">
        <p14:creationId xmlns:p14="http://schemas.microsoft.com/office/powerpoint/2010/main" val="3591401164"/>
      </p:ext>
    </p:extLst>
  </p:cSld>
  <p:clrMapOvr>
    <a:masterClrMapping/>
  </p:clrMapOvr>
  <p:transition>
    <p:fade/>
  </p:transition>
  <p:timing>
    <p:tnLst>
      <p:par>
        <p:cTn id="1" dur="indefinite" restart="never" nodeType="tmRoot"/>
      </p:par>
    </p:tnLst>
  </p:timing>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Section Title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0868" y="1759883"/>
            <a:ext cx="3474740" cy="3474760"/>
          </a:xfrm>
        </p:spPr>
        <p:txBody>
          <a:bodyPr/>
          <a:lstStyle>
            <a:lvl1pPr>
              <a:defRPr>
                <a:gradFill>
                  <a:gsLst>
                    <a:gs pos="26549">
                      <a:schemeClr val="tx1"/>
                    </a:gs>
                    <a:gs pos="57000">
                      <a:schemeClr val="tx1"/>
                    </a:gs>
                  </a:gsLst>
                  <a:lin ang="5400000" scaled="0"/>
                </a:gradFill>
              </a:defRPr>
            </a:lvl1pPr>
          </a:lstStyle>
          <a:p>
            <a:r>
              <a:rPr lang="en-US" dirty="0" smtClean="0"/>
              <a:t>Click to edit Master title style </a:t>
            </a:r>
            <a:endParaRPr lang="en-US" dirty="0"/>
          </a:p>
        </p:txBody>
      </p:sp>
      <p:sp>
        <p:nvSpPr>
          <p:cNvPr id="3" name="Rectangle 2"/>
          <p:cNvSpPr/>
          <p:nvPr userDrawn="1"/>
        </p:nvSpPr>
        <p:spPr bwMode="auto">
          <a:xfrm>
            <a:off x="393223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userDrawn="1"/>
        </p:nvSpPr>
        <p:spPr bwMode="auto">
          <a:xfrm>
            <a:off x="795560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userDrawn="1"/>
        </p:nvSpPr>
        <p:spPr bwMode="auto">
          <a:xfrm>
            <a:off x="3932238" y="523464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7955608" y="1211263"/>
            <a:ext cx="548630" cy="54862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26380"/>
      </p:ext>
    </p:extLst>
  </p:cSld>
  <p:clrMapOvr>
    <a:masterClrMapping/>
  </p:clrMapOvr>
  <p:transition>
    <p:fade/>
  </p:transition>
  <p:timing>
    <p:tnLst>
      <p:par>
        <p:cTn id="1" dur="indefinite" restart="never" nodeType="tmRoot"/>
      </p:par>
    </p:tnLst>
  </p:timing>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itle &amp; 8 Categories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gradFill>
                  <a:gsLst>
                    <a:gs pos="4425">
                      <a:schemeClr val="tx1"/>
                    </a:gs>
                    <a:gs pos="20000">
                      <a:schemeClr val="tx1"/>
                    </a:gs>
                  </a:gsLst>
                  <a:lin ang="5400000" scaled="0"/>
                </a:gradFill>
              </a:defRPr>
            </a:lvl1pPr>
          </a:lstStyle>
          <a:p>
            <a:r>
              <a:rPr lang="en-US" dirty="0" smtClean="0"/>
              <a:t>Click to edit Master title style</a:t>
            </a:r>
            <a:endParaRPr lang="en-US" dirty="0"/>
          </a:p>
        </p:txBody>
      </p:sp>
      <p:sp>
        <p:nvSpPr>
          <p:cNvPr id="22" name="Text Placeholder 26"/>
          <p:cNvSpPr>
            <a:spLocks noGrp="1"/>
          </p:cNvSpPr>
          <p:nvPr>
            <p:ph type="body" sz="quarter" idx="38" hasCustomPrompt="1"/>
          </p:nvPr>
        </p:nvSpPr>
        <p:spPr>
          <a:xfrm>
            <a:off x="279340" y="4137018"/>
            <a:ext cx="2743200" cy="2560671"/>
          </a:xfrm>
          <a:prstGeom prst="rect">
            <a:avLst/>
          </a:prstGeom>
          <a:solidFill>
            <a:schemeClr val="accent5"/>
          </a:solidFill>
        </p:spPr>
        <p:txBody>
          <a:bodyPr lIns="182880" tIns="146304" rIns="182880" bIns="146304">
            <a:noAutofit/>
          </a:bodyPr>
          <a:lstStyle>
            <a:lvl1pPr marL="0" indent="0">
              <a:lnSpc>
                <a:spcPct val="9000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3" name="Text Placeholder 26"/>
          <p:cNvSpPr>
            <a:spLocks noGrp="1"/>
          </p:cNvSpPr>
          <p:nvPr>
            <p:ph type="body" sz="quarter" idx="39" hasCustomPrompt="1"/>
          </p:nvPr>
        </p:nvSpPr>
        <p:spPr>
          <a:xfrm>
            <a:off x="3144631" y="4137020"/>
            <a:ext cx="2742914" cy="2560643"/>
          </a:xfrm>
          <a:prstGeom prst="rect">
            <a:avLst/>
          </a:prstGeom>
          <a:solidFill>
            <a:schemeClr val="accent5"/>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4" name="Text Placeholder 26"/>
          <p:cNvSpPr>
            <a:spLocks noGrp="1"/>
          </p:cNvSpPr>
          <p:nvPr>
            <p:ph type="body" sz="quarter" idx="41" hasCustomPrompt="1"/>
          </p:nvPr>
        </p:nvSpPr>
        <p:spPr>
          <a:xfrm>
            <a:off x="8874642" y="4137020"/>
            <a:ext cx="2742914" cy="2560643"/>
          </a:xfrm>
          <a:prstGeom prst="rect">
            <a:avLst/>
          </a:prstGeom>
          <a:solidFill>
            <a:schemeClr val="accent5"/>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5" name="Text Placeholder 26"/>
          <p:cNvSpPr>
            <a:spLocks noGrp="1"/>
          </p:cNvSpPr>
          <p:nvPr>
            <p:ph type="body" sz="quarter" idx="42" hasCustomPrompt="1"/>
          </p:nvPr>
        </p:nvSpPr>
        <p:spPr>
          <a:xfrm>
            <a:off x="6009636" y="4137020"/>
            <a:ext cx="2742914" cy="2560643"/>
          </a:xfrm>
          <a:prstGeom prst="rect">
            <a:avLst/>
          </a:prstGeom>
          <a:solidFill>
            <a:schemeClr val="accent5"/>
          </a:solidFill>
        </p:spPr>
        <p:txBody>
          <a:bodyPr lIns="182880" tIns="146304" rIns="182880" bIns="146304">
            <a:noAutofit/>
          </a:bodyPr>
          <a:lstStyle>
            <a:lvl1pPr marL="0" indent="0">
              <a:lnSpc>
                <a:spcPts val="1440"/>
              </a:lnSpc>
              <a:spcBef>
                <a:spcPts val="0"/>
              </a:spcBef>
              <a:spcAft>
                <a:spcPts val="600"/>
              </a:spcAft>
              <a:buFontTx/>
              <a:buNone/>
              <a:defRPr sz="1200" b="0">
                <a:gradFill>
                  <a:gsLst>
                    <a:gs pos="15929">
                      <a:schemeClr val="tx1"/>
                    </a:gs>
                    <a:gs pos="41000">
                      <a:schemeClr val="tx1"/>
                    </a:gs>
                  </a:gsLst>
                  <a:lin ang="5400000" scaled="0"/>
                </a:gradFill>
                <a:latin typeface="+mn-lt"/>
                <a:cs typeface="Segoe Pro"/>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6" name="Text Placeholder 26"/>
          <p:cNvSpPr>
            <a:spLocks noGrp="1"/>
          </p:cNvSpPr>
          <p:nvPr>
            <p:ph type="body" sz="quarter" idx="29" hasCustomPrompt="1"/>
          </p:nvPr>
        </p:nvSpPr>
        <p:spPr>
          <a:xfrm>
            <a:off x="279340" y="1274472"/>
            <a:ext cx="2743200"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7" name="Text Placeholder 26"/>
          <p:cNvSpPr>
            <a:spLocks noGrp="1"/>
          </p:cNvSpPr>
          <p:nvPr>
            <p:ph type="body" sz="quarter" idx="30" hasCustomPrompt="1"/>
          </p:nvPr>
        </p:nvSpPr>
        <p:spPr>
          <a:xfrm>
            <a:off x="314454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8" name="Text Placeholder 26"/>
          <p:cNvSpPr>
            <a:spLocks noGrp="1"/>
          </p:cNvSpPr>
          <p:nvPr>
            <p:ph type="body" sz="quarter" idx="32" hasCustomPrompt="1"/>
          </p:nvPr>
        </p:nvSpPr>
        <p:spPr>
          <a:xfrm>
            <a:off x="6009466"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
        <p:nvSpPr>
          <p:cNvPr id="29" name="Text Placeholder 26"/>
          <p:cNvSpPr>
            <a:spLocks noGrp="1"/>
          </p:cNvSpPr>
          <p:nvPr>
            <p:ph type="body" sz="quarter" idx="33" hasCustomPrompt="1"/>
          </p:nvPr>
        </p:nvSpPr>
        <p:spPr>
          <a:xfrm>
            <a:off x="8874387" y="1274472"/>
            <a:ext cx="2742914" cy="2743200"/>
          </a:xfrm>
          <a:prstGeom prst="rect">
            <a:avLst/>
          </a:prstGeom>
          <a:solidFill>
            <a:schemeClr val="tx1"/>
          </a:solidFill>
        </p:spPr>
        <p:txBody>
          <a:bodyPr lIns="182880" tIns="146304" rIns="182880" bIns="146304">
            <a:noAutofit/>
          </a:bodyPr>
          <a:lstStyle>
            <a:lvl1pPr marL="0" indent="0">
              <a:lnSpc>
                <a:spcPct val="90000"/>
              </a:lnSpc>
              <a:buFontTx/>
              <a:buNone/>
              <a:defRPr sz="2400">
                <a:gradFill>
                  <a:gsLst>
                    <a:gs pos="1770">
                      <a:schemeClr val="bg1"/>
                    </a:gs>
                    <a:gs pos="15929">
                      <a:schemeClr val="bg1"/>
                    </a:gs>
                  </a:gsLst>
                  <a:lin ang="5400000" scaled="0"/>
                </a:gradFill>
                <a:latin typeface="+mj-lt"/>
              </a:defRPr>
            </a:lvl1pPr>
            <a:lvl2pPr marL="342867" indent="0">
              <a:buFontTx/>
              <a:buNone/>
              <a:defRPr/>
            </a:lvl2pPr>
            <a:lvl3pPr marL="571444" indent="0">
              <a:buFontTx/>
              <a:buNone/>
              <a:defRPr/>
            </a:lvl3pPr>
            <a:lvl4pPr marL="800021" indent="0">
              <a:buFontTx/>
              <a:buNone/>
              <a:defRPr/>
            </a:lvl4pPr>
            <a:lvl5pPr marL="1028598" indent="0">
              <a:buFontTx/>
              <a:buNone/>
              <a:defRPr/>
            </a:lvl5pPr>
          </a:lstStyle>
          <a:p>
            <a:pPr lvl="0"/>
            <a:r>
              <a:rPr lang="en-US" dirty="0" smtClean="0"/>
              <a:t>Click to edit </a:t>
            </a:r>
            <a:br>
              <a:rPr lang="en-US" dirty="0" smtClean="0"/>
            </a:br>
            <a:r>
              <a:rPr lang="en-US" dirty="0" smtClean="0"/>
              <a:t>Master text styles</a:t>
            </a:r>
          </a:p>
        </p:txBody>
      </p:sp>
    </p:spTree>
    <p:extLst>
      <p:ext uri="{BB962C8B-B14F-4D97-AF65-F5344CB8AC3E}">
        <p14:creationId xmlns:p14="http://schemas.microsoft.com/office/powerpoint/2010/main" val="2731394919"/>
      </p:ext>
    </p:extLst>
  </p:cSld>
  <p:clrMapOvr>
    <a:masterClrMapping/>
  </p:clrMapOvr>
  <p:transition>
    <p:fade/>
  </p:transition>
  <p:timing>
    <p:tnLst>
      <p:par>
        <p:cTn id="1" dur="indefinite" restart="never" nodeType="tmRoot"/>
      </p:par>
    </p:tnLst>
  </p:timing>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967262280"/>
      </p:ext>
    </p:extLst>
  </p:cSld>
  <p:clrMapOvr>
    <a:masterClrMapping/>
  </p:clrMapOvr>
  <p:transition>
    <p:fade/>
  </p:transition>
  <p:timing>
    <p:tnLst>
      <p:par>
        <p:cTn id="1" dur="indefinite" restart="never" nodeType="tmRoot"/>
      </p:par>
    </p:tnLst>
  </p:timing>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51418600"/>
      </p:ext>
    </p:extLst>
  </p:cSld>
  <p:clrMapOvr>
    <a:masterClrMapping/>
  </p:clrMapOvr>
  <p:transition>
    <p:fade/>
  </p:transition>
  <p:timing>
    <p:tnLst>
      <p:par>
        <p:cTn id="1" dur="indefinite" restart="never" nodeType="tmRoot"/>
      </p:par>
    </p:tnLst>
  </p:timing>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itle and Content 2 Light">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1828766"/>
          </a:xfrm>
        </p:spPr>
        <p:txBody>
          <a:bodyPr/>
          <a:lstStyle>
            <a:lvl1pPr>
              <a:defRPr sz="5800">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2597162"/>
            <a:ext cx="7315200" cy="4100501"/>
          </a:xfrm>
        </p:spPr>
        <p:txBody>
          <a:bodyPr/>
          <a:lstStyle>
            <a:lvl1pPr marL="0" indent="0">
              <a:buNone/>
              <a:defRPr sz="2400">
                <a:gradFill>
                  <a:gsLst>
                    <a:gs pos="1250">
                      <a:schemeClr val="tx1"/>
                    </a:gs>
                    <a:gs pos="100000">
                      <a:schemeClr val="tx1"/>
                    </a:gs>
                  </a:gsLst>
                  <a:lin ang="5400000" scaled="0"/>
                </a:gradFill>
                <a:latin typeface="+mn-lt"/>
              </a:defRPr>
            </a:lvl1pPr>
            <a:lvl2pPr>
              <a:defRPr sz="2400"/>
            </a:lvl2pPr>
            <a:lvl3pPr>
              <a:defRPr sz="2400"/>
            </a:lvl3pPr>
            <a:lvl4pPr>
              <a:defRPr sz="2400"/>
            </a:lvl4pPr>
            <a:lvl5pPr>
              <a:defRPr sz="2400"/>
            </a:lvl5pPr>
          </a:lstStyle>
          <a:p>
            <a:pPr lvl="0"/>
            <a:r>
              <a:rPr lang="en-US" smtClean="0"/>
              <a:t>Click to edit Master text styles</a:t>
            </a:r>
          </a:p>
        </p:txBody>
      </p:sp>
    </p:spTree>
    <p:extLst>
      <p:ext uri="{BB962C8B-B14F-4D97-AF65-F5344CB8AC3E}">
        <p14:creationId xmlns:p14="http://schemas.microsoft.com/office/powerpoint/2010/main" val="300266953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itle &amp; Content Bulleted Text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8"/>
            <a:ext cx="11887518" cy="914365"/>
          </a:xfrm>
        </p:spPr>
        <p:txBody>
          <a:bodyPr/>
          <a:lstStyle>
            <a:lvl1pPr>
              <a:defRPr sz="5800">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74638" y="1697062"/>
            <a:ext cx="10972800" cy="5000601"/>
          </a:xfrm>
        </p:spPr>
        <p:txBody>
          <a:bodyPr/>
          <a:lstStyle>
            <a:lvl1pPr>
              <a:defRPr sz="2600">
                <a:gradFill>
                  <a:gsLst>
                    <a:gs pos="1250">
                      <a:schemeClr val="tx1"/>
                    </a:gs>
                    <a:gs pos="100000">
                      <a:schemeClr val="tx1"/>
                    </a:gs>
                  </a:gsLst>
                  <a:lin ang="5400000" scaled="0"/>
                </a:gradFill>
                <a:latin typeface="+mn-lt"/>
              </a:defRPr>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1907286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amp; Content Blu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1776612325"/>
      </p:ext>
    </p:extLst>
  </p:cSld>
  <p:clrMapOvr>
    <a:masterClrMapping/>
  </p:clrMapOvr>
  <p:transition>
    <p:fade/>
  </p:transition>
  <p:timing>
    <p:tnLst>
      <p:par>
        <p:cTn id="1" dur="indefinite" restart="never" nodeType="tmRoot"/>
      </p:par>
    </p:tnLst>
  </p:timing>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amp; Content Blue ligh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274638" y="1697038"/>
            <a:ext cx="9144000" cy="849463"/>
          </a:xfrm>
        </p:spPr>
        <p:txBody>
          <a:bodyPr/>
          <a:lstStyle>
            <a:lvl1pPr marL="0" indent="0">
              <a:buNone/>
              <a:defRPr sz="4800"/>
            </a:lvl1pPr>
            <a:lvl2pPr>
              <a:defRPr sz="3600"/>
            </a:lvl2pPr>
            <a:lvl3pPr>
              <a:defRPr sz="3600"/>
            </a:lvl3pPr>
            <a:lvl4pPr>
              <a:defRPr sz="3600"/>
            </a:lvl4pPr>
            <a:lvl5pPr>
              <a:defRPr sz="3600"/>
            </a:lvl5pPr>
          </a:lstStyle>
          <a:p>
            <a:pPr lvl="0"/>
            <a:r>
              <a:rPr lang="en-US" dirty="0" smtClean="0"/>
              <a:t>Click to edit Master text styles</a:t>
            </a:r>
          </a:p>
        </p:txBody>
      </p:sp>
    </p:spTree>
    <p:extLst>
      <p:ext uri="{BB962C8B-B14F-4D97-AF65-F5344CB8AC3E}">
        <p14:creationId xmlns:p14="http://schemas.microsoft.com/office/powerpoint/2010/main" val="118599747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Only Blue">
    <p:spTree>
      <p:nvGrpSpPr>
        <p:cNvPr id="1" name=""/>
        <p:cNvGrpSpPr/>
        <p:nvPr/>
      </p:nvGrpSpPr>
      <p:grpSpPr>
        <a:xfrm>
          <a:off x="0" y="0"/>
          <a:ext cx="0" cy="0"/>
          <a:chOff x="0" y="0"/>
          <a:chExt cx="0" cy="0"/>
        </a:xfrm>
      </p:grpSpPr>
      <p:sp>
        <p:nvSpPr>
          <p:cNvPr id="2" name="Title 1"/>
          <p:cNvSpPr>
            <a:spLocks noGrp="1"/>
          </p:cNvSpPr>
          <p:nvPr>
            <p:ph type="title"/>
          </p:nvPr>
        </p:nvSpPr>
        <p:spPr>
          <a:xfrm>
            <a:off x="274320" y="296897"/>
            <a:ext cx="9144318" cy="5486366"/>
          </a:xfrm>
        </p:spPr>
        <p:txBody>
          <a:bodyPr/>
          <a:lstStyle>
            <a:lvl1pPr>
              <a:defRPr sz="4800">
                <a:gradFill>
                  <a:gsLst>
                    <a:gs pos="31858">
                      <a:schemeClr val="tx1"/>
                    </a:gs>
                    <a:gs pos="5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868673636"/>
      </p:ext>
    </p:extLst>
  </p:cSld>
  <p:clrMapOvr>
    <a:masterClrMapping/>
  </p:clrMapOvr>
  <p:transition>
    <p:fade/>
  </p:transition>
  <p:timing>
    <p:tnLst>
      <p:par>
        <p:cTn id="1" dur="indefinite" restart="never" nodeType="tmRoot"/>
      </p:par>
    </p:tnLst>
  </p:timing>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784818009"/>
      </p:ext>
    </p:extLst>
  </p:cSld>
  <p:clrMapOvr>
    <a:masterClrMapping/>
  </p:clrMapOvr>
  <p:transition>
    <p:fade/>
  </p:transition>
  <p:timing>
    <p:tnLst>
      <p:par>
        <p:cTn id="1" dur="indefinite" restart="never" nodeType="tmRoot"/>
      </p:par>
    </p:tnLst>
  </p:timing>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8" y="3954457"/>
            <a:ext cx="10058401" cy="1829593"/>
          </a:xfrm>
          <a:noFill/>
        </p:spPr>
        <p:txBody>
          <a:bodyPr lIns="182880" tIns="146304" rIns="182880" bIns="146304">
            <a:noAutofit/>
          </a:bodyPr>
          <a:lstStyle>
            <a:lvl1pPr marL="0" indent="0">
              <a:spcBef>
                <a:spcPts val="0"/>
              </a:spcBef>
              <a:buNone/>
              <a:defRPr sz="3600" spc="0" baseline="0">
                <a:gradFill>
                  <a:gsLst>
                    <a:gs pos="5833">
                      <a:schemeClr val="tx1"/>
                    </a:gs>
                    <a:gs pos="18000">
                      <a:schemeClr val="tx1"/>
                    </a:gs>
                  </a:gsLst>
                  <a:lin ang="5400000" scaled="0"/>
                </a:gradFill>
                <a:latin typeface="+mj-lt"/>
              </a:defRPr>
            </a:lvl1pPr>
          </a:lstStyle>
          <a:p>
            <a:pPr lvl="0"/>
            <a:r>
              <a:rPr lang="en-US" dirty="0" smtClean="0"/>
              <a:t>Speaker Name</a:t>
            </a:r>
          </a:p>
        </p:txBody>
      </p:sp>
      <p:pic>
        <p:nvPicPr>
          <p:cNvPr id="4" name="Picture 3"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84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Video slid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2751698"/>
          </a:xfrm>
          <a:noFill/>
        </p:spPr>
        <p:txBody>
          <a:bodyPr tIns="91440" bIns="91440" anchor="t" anchorCtr="0"/>
          <a:lstStyle>
            <a:lvl1pPr>
              <a:defRPr sz="7200" spc="-100" baseline="0">
                <a:gradFill>
                  <a:gsLst>
                    <a:gs pos="5833">
                      <a:schemeClr val="tx1"/>
                    </a:gs>
                    <a:gs pos="18000">
                      <a:schemeClr val="tx1"/>
                    </a:gs>
                  </a:gsLst>
                  <a:lin ang="5400000" scaled="0"/>
                </a:gradFill>
              </a:defRPr>
            </a:lvl1pPr>
          </a:lstStyle>
          <a:p>
            <a:r>
              <a:rPr lang="en-US" dirty="0" smtClean="0"/>
              <a:t>Video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9368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ection Title Accent Color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100000">
                      <a:schemeClr val="tx1"/>
                    </a:gs>
                    <a:gs pos="0">
                      <a:schemeClr val="tx1"/>
                    </a:gs>
                  </a:gsLst>
                  <a:lin ang="5400000" scaled="0"/>
                </a:gradFill>
              </a:defRPr>
            </a:lvl1pPr>
          </a:lstStyle>
          <a:p>
            <a:r>
              <a:rPr lang="en-US" dirty="0" smtClean="0"/>
              <a:t>Section title</a:t>
            </a:r>
            <a:endParaRPr lang="en-US" dirty="0"/>
          </a:p>
        </p:txBody>
      </p:sp>
      <p:pic>
        <p:nvPicPr>
          <p:cNvPr id="3" name="Picture 2" descr="C:\Users\petern\AppData\Local\Temp\vmware-petern\VMwareDnD\9912bbd5\PPE_Logo_RGB_bootcamp_600x131.png"/>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0469323"/>
      </p:ext>
    </p:extLst>
  </p:cSld>
  <p:clrMapOvr>
    <a:masterClrMapping/>
  </p:clrMapOvr>
  <p:transition>
    <p:fade/>
  </p:transition>
  <p:timing>
    <p:tnLst>
      <p:par>
        <p:cTn id="1" dur="indefinite" restart="never" nodeType="tmRoot"/>
      </p:par>
    </p:tnLst>
  </p:timing>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smtClean="0"/>
              <a:t>Click to edit Master title style</a:t>
            </a:r>
            <a:endParaRPr lang="en-US" dirty="0"/>
          </a:p>
        </p:txBody>
      </p:sp>
    </p:spTree>
    <p:extLst>
      <p:ext uri="{BB962C8B-B14F-4D97-AF65-F5344CB8AC3E}">
        <p14:creationId xmlns:p14="http://schemas.microsoft.com/office/powerpoint/2010/main" val="155478012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theme" Target="../theme/theme2.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theme" Target="../theme/theme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10" Type="http://schemas.openxmlformats.org/officeDocument/2006/relationships/slideLayout" Target="../slideLayouts/slideLayout72.xml"/><Relationship Id="rId19" Type="http://schemas.openxmlformats.org/officeDocument/2006/relationships/theme" Target="../theme/theme4.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slideLayout" Target="../slideLayouts/slideLayout98.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10" Type="http://schemas.openxmlformats.org/officeDocument/2006/relationships/slideLayout" Target="../slideLayouts/slideLayout90.xml"/><Relationship Id="rId19" Type="http://schemas.openxmlformats.org/officeDocument/2006/relationships/theme" Target="../theme/theme5.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0" Type="http://schemas.openxmlformats.org/officeDocument/2006/relationships/theme" Target="../theme/theme6.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slideLayout" Target="../slideLayouts/slideLayout113.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slideLayout" Target="../slideLayouts/slideLayout130.xml"/><Relationship Id="rId18" Type="http://schemas.openxmlformats.org/officeDocument/2006/relationships/slideLayout" Target="../slideLayouts/slideLayout135.xml"/><Relationship Id="rId3" Type="http://schemas.openxmlformats.org/officeDocument/2006/relationships/slideLayout" Target="../slideLayouts/slideLayout120.xml"/><Relationship Id="rId21" Type="http://schemas.openxmlformats.org/officeDocument/2006/relationships/theme" Target="../theme/theme7.xml"/><Relationship Id="rId7" Type="http://schemas.openxmlformats.org/officeDocument/2006/relationships/slideLayout" Target="../slideLayouts/slideLayout124.xml"/><Relationship Id="rId12" Type="http://schemas.openxmlformats.org/officeDocument/2006/relationships/slideLayout" Target="../slideLayouts/slideLayout129.xml"/><Relationship Id="rId17" Type="http://schemas.openxmlformats.org/officeDocument/2006/relationships/slideLayout" Target="../slideLayouts/slideLayout134.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20" Type="http://schemas.openxmlformats.org/officeDocument/2006/relationships/slideLayout" Target="../slideLayouts/slideLayout137.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5" Type="http://schemas.openxmlformats.org/officeDocument/2006/relationships/slideLayout" Target="../slideLayouts/slideLayout122.xml"/><Relationship Id="rId15" Type="http://schemas.openxmlformats.org/officeDocument/2006/relationships/slideLayout" Target="../slideLayouts/slideLayout132.xml"/><Relationship Id="rId10" Type="http://schemas.openxmlformats.org/officeDocument/2006/relationships/slideLayout" Target="../slideLayouts/slideLayout127.xml"/><Relationship Id="rId19" Type="http://schemas.openxmlformats.org/officeDocument/2006/relationships/slideLayout" Target="../slideLayouts/slideLayout136.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slideLayout" Target="../slideLayouts/slideLayout13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45.xml"/><Relationship Id="rId13" Type="http://schemas.openxmlformats.org/officeDocument/2006/relationships/slideLayout" Target="../slideLayouts/slideLayout150.xml"/><Relationship Id="rId18" Type="http://schemas.openxmlformats.org/officeDocument/2006/relationships/slideLayout" Target="../slideLayouts/slideLayout155.xml"/><Relationship Id="rId3" Type="http://schemas.openxmlformats.org/officeDocument/2006/relationships/slideLayout" Target="../slideLayouts/slideLayout140.xml"/><Relationship Id="rId7" Type="http://schemas.openxmlformats.org/officeDocument/2006/relationships/slideLayout" Target="../slideLayouts/slideLayout144.xml"/><Relationship Id="rId12" Type="http://schemas.openxmlformats.org/officeDocument/2006/relationships/slideLayout" Target="../slideLayouts/slideLayout149.xml"/><Relationship Id="rId17" Type="http://schemas.openxmlformats.org/officeDocument/2006/relationships/slideLayout" Target="../slideLayouts/slideLayout154.xml"/><Relationship Id="rId2" Type="http://schemas.openxmlformats.org/officeDocument/2006/relationships/slideLayout" Target="../slideLayouts/slideLayout139.xml"/><Relationship Id="rId16" Type="http://schemas.openxmlformats.org/officeDocument/2006/relationships/slideLayout" Target="../slideLayouts/slideLayout153.xml"/><Relationship Id="rId20" Type="http://schemas.openxmlformats.org/officeDocument/2006/relationships/theme" Target="../theme/theme8.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5" Type="http://schemas.openxmlformats.org/officeDocument/2006/relationships/slideLayout" Target="../slideLayouts/slideLayout142.xml"/><Relationship Id="rId15" Type="http://schemas.openxmlformats.org/officeDocument/2006/relationships/slideLayout" Target="../slideLayouts/slideLayout152.xml"/><Relationship Id="rId10" Type="http://schemas.openxmlformats.org/officeDocument/2006/relationships/slideLayout" Target="../slideLayouts/slideLayout147.xml"/><Relationship Id="rId19" Type="http://schemas.openxmlformats.org/officeDocument/2006/relationships/slideLayout" Target="../slideLayouts/slideLayout156.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slideLayout" Target="../slideLayouts/slideLayout15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slideLayout" Target="../slideLayouts/slideLayout169.xml"/><Relationship Id="rId18" Type="http://schemas.openxmlformats.org/officeDocument/2006/relationships/slideLayout" Target="../slideLayouts/slideLayout174.xml"/><Relationship Id="rId26" Type="http://schemas.openxmlformats.org/officeDocument/2006/relationships/slideLayout" Target="../slideLayouts/slideLayout182.xml"/><Relationship Id="rId3" Type="http://schemas.openxmlformats.org/officeDocument/2006/relationships/slideLayout" Target="../slideLayouts/slideLayout159.xml"/><Relationship Id="rId21" Type="http://schemas.openxmlformats.org/officeDocument/2006/relationships/slideLayout" Target="../slideLayouts/slideLayout177.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17" Type="http://schemas.openxmlformats.org/officeDocument/2006/relationships/slideLayout" Target="../slideLayouts/slideLayout173.xml"/><Relationship Id="rId25" Type="http://schemas.openxmlformats.org/officeDocument/2006/relationships/slideLayout" Target="../slideLayouts/slideLayout181.xml"/><Relationship Id="rId2" Type="http://schemas.openxmlformats.org/officeDocument/2006/relationships/slideLayout" Target="../slideLayouts/slideLayout158.xml"/><Relationship Id="rId16" Type="http://schemas.openxmlformats.org/officeDocument/2006/relationships/slideLayout" Target="../slideLayouts/slideLayout172.xml"/><Relationship Id="rId20" Type="http://schemas.openxmlformats.org/officeDocument/2006/relationships/slideLayout" Target="../slideLayouts/slideLayout176.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24" Type="http://schemas.openxmlformats.org/officeDocument/2006/relationships/slideLayout" Target="../slideLayouts/slideLayout180.xml"/><Relationship Id="rId5" Type="http://schemas.openxmlformats.org/officeDocument/2006/relationships/slideLayout" Target="../slideLayouts/slideLayout161.xml"/><Relationship Id="rId15" Type="http://schemas.openxmlformats.org/officeDocument/2006/relationships/slideLayout" Target="../slideLayouts/slideLayout171.xml"/><Relationship Id="rId23" Type="http://schemas.openxmlformats.org/officeDocument/2006/relationships/slideLayout" Target="../slideLayouts/slideLayout179.xml"/><Relationship Id="rId28" Type="http://schemas.openxmlformats.org/officeDocument/2006/relationships/theme" Target="../theme/theme9.xml"/><Relationship Id="rId10" Type="http://schemas.openxmlformats.org/officeDocument/2006/relationships/slideLayout" Target="../slideLayouts/slideLayout166.xml"/><Relationship Id="rId19" Type="http://schemas.openxmlformats.org/officeDocument/2006/relationships/slideLayout" Target="../slideLayouts/slideLayout175.xml"/><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slideLayout" Target="../slideLayouts/slideLayout170.xml"/><Relationship Id="rId22" Type="http://schemas.openxmlformats.org/officeDocument/2006/relationships/slideLayout" Target="../slideLayouts/slideLayout178.xml"/><Relationship Id="rId27" Type="http://schemas.openxmlformats.org/officeDocument/2006/relationships/slideLayout" Target="../slideLayouts/slideLayout18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1.xml"/><Relationship Id="rId13" Type="http://schemas.openxmlformats.org/officeDocument/2006/relationships/slideLayout" Target="../slideLayouts/slideLayout196.xml"/><Relationship Id="rId18" Type="http://schemas.openxmlformats.org/officeDocument/2006/relationships/slideLayout" Target="../slideLayouts/slideLayout201.xml"/><Relationship Id="rId3" Type="http://schemas.openxmlformats.org/officeDocument/2006/relationships/slideLayout" Target="../slideLayouts/slideLayout186.xml"/><Relationship Id="rId7" Type="http://schemas.openxmlformats.org/officeDocument/2006/relationships/slideLayout" Target="../slideLayouts/slideLayout190.xml"/><Relationship Id="rId12" Type="http://schemas.openxmlformats.org/officeDocument/2006/relationships/slideLayout" Target="../slideLayouts/slideLayout195.xml"/><Relationship Id="rId17" Type="http://schemas.openxmlformats.org/officeDocument/2006/relationships/slideLayout" Target="../slideLayouts/slideLayout200.xml"/><Relationship Id="rId2" Type="http://schemas.openxmlformats.org/officeDocument/2006/relationships/slideLayout" Target="../slideLayouts/slideLayout185.xml"/><Relationship Id="rId16" Type="http://schemas.openxmlformats.org/officeDocument/2006/relationships/slideLayout" Target="../slideLayouts/slideLayout199.xml"/><Relationship Id="rId20" Type="http://schemas.openxmlformats.org/officeDocument/2006/relationships/theme" Target="../theme/theme10.xml"/><Relationship Id="rId1" Type="http://schemas.openxmlformats.org/officeDocument/2006/relationships/slideLayout" Target="../slideLayouts/slideLayout184.xml"/><Relationship Id="rId6" Type="http://schemas.openxmlformats.org/officeDocument/2006/relationships/slideLayout" Target="../slideLayouts/slideLayout189.xml"/><Relationship Id="rId11" Type="http://schemas.openxmlformats.org/officeDocument/2006/relationships/slideLayout" Target="../slideLayouts/slideLayout194.xml"/><Relationship Id="rId5" Type="http://schemas.openxmlformats.org/officeDocument/2006/relationships/slideLayout" Target="../slideLayouts/slideLayout188.xml"/><Relationship Id="rId15" Type="http://schemas.openxmlformats.org/officeDocument/2006/relationships/slideLayout" Target="../slideLayouts/slideLayout198.xml"/><Relationship Id="rId10" Type="http://schemas.openxmlformats.org/officeDocument/2006/relationships/slideLayout" Target="../slideLayouts/slideLayout193.xml"/><Relationship Id="rId19" Type="http://schemas.openxmlformats.org/officeDocument/2006/relationships/slideLayout" Target="../slideLayouts/slideLayout202.xml"/><Relationship Id="rId4" Type="http://schemas.openxmlformats.org/officeDocument/2006/relationships/slideLayout" Target="../slideLayouts/slideLayout187.xml"/><Relationship Id="rId9" Type="http://schemas.openxmlformats.org/officeDocument/2006/relationships/slideLayout" Target="../slideLayouts/slideLayout192.xml"/><Relationship Id="rId14" Type="http://schemas.openxmlformats.org/officeDocument/2006/relationships/slideLayout" Target="../slideLayouts/slideLayout19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0.xml"/><Relationship Id="rId13" Type="http://schemas.openxmlformats.org/officeDocument/2006/relationships/slideLayout" Target="../slideLayouts/slideLayout215.xml"/><Relationship Id="rId18" Type="http://schemas.openxmlformats.org/officeDocument/2006/relationships/slideLayout" Target="../slideLayouts/slideLayout220.xml"/><Relationship Id="rId3" Type="http://schemas.openxmlformats.org/officeDocument/2006/relationships/slideLayout" Target="../slideLayouts/slideLayout205.xml"/><Relationship Id="rId7" Type="http://schemas.openxmlformats.org/officeDocument/2006/relationships/slideLayout" Target="../slideLayouts/slideLayout209.xml"/><Relationship Id="rId12" Type="http://schemas.openxmlformats.org/officeDocument/2006/relationships/slideLayout" Target="../slideLayouts/slideLayout214.xml"/><Relationship Id="rId17" Type="http://schemas.openxmlformats.org/officeDocument/2006/relationships/slideLayout" Target="../slideLayouts/slideLayout219.xml"/><Relationship Id="rId2" Type="http://schemas.openxmlformats.org/officeDocument/2006/relationships/slideLayout" Target="../slideLayouts/slideLayout204.xml"/><Relationship Id="rId16" Type="http://schemas.openxmlformats.org/officeDocument/2006/relationships/slideLayout" Target="../slideLayouts/slideLayout218.xml"/><Relationship Id="rId20" Type="http://schemas.openxmlformats.org/officeDocument/2006/relationships/theme" Target="../theme/theme11.xml"/><Relationship Id="rId1" Type="http://schemas.openxmlformats.org/officeDocument/2006/relationships/slideLayout" Target="../slideLayouts/slideLayout203.xml"/><Relationship Id="rId6" Type="http://schemas.openxmlformats.org/officeDocument/2006/relationships/slideLayout" Target="../slideLayouts/slideLayout208.xml"/><Relationship Id="rId11" Type="http://schemas.openxmlformats.org/officeDocument/2006/relationships/slideLayout" Target="../slideLayouts/slideLayout213.xml"/><Relationship Id="rId5" Type="http://schemas.openxmlformats.org/officeDocument/2006/relationships/slideLayout" Target="../slideLayouts/slideLayout207.xml"/><Relationship Id="rId15" Type="http://schemas.openxmlformats.org/officeDocument/2006/relationships/slideLayout" Target="../slideLayouts/slideLayout217.xml"/><Relationship Id="rId10" Type="http://schemas.openxmlformats.org/officeDocument/2006/relationships/slideLayout" Target="../slideLayouts/slideLayout212.xml"/><Relationship Id="rId19" Type="http://schemas.openxmlformats.org/officeDocument/2006/relationships/slideLayout" Target="../slideLayouts/slideLayout221.xml"/><Relationship Id="rId4" Type="http://schemas.openxmlformats.org/officeDocument/2006/relationships/slideLayout" Target="../slideLayouts/slideLayout206.xml"/><Relationship Id="rId9" Type="http://schemas.openxmlformats.org/officeDocument/2006/relationships/slideLayout" Target="../slideLayouts/slideLayout211.xml"/><Relationship Id="rId14" Type="http://schemas.openxmlformats.org/officeDocument/2006/relationships/slideLayout" Target="../slideLayouts/slideLayout216.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29.xml"/><Relationship Id="rId13" Type="http://schemas.openxmlformats.org/officeDocument/2006/relationships/slideLayout" Target="../slideLayouts/slideLayout234.xml"/><Relationship Id="rId18" Type="http://schemas.openxmlformats.org/officeDocument/2006/relationships/slideLayout" Target="../slideLayouts/slideLayout239.xml"/><Relationship Id="rId3" Type="http://schemas.openxmlformats.org/officeDocument/2006/relationships/slideLayout" Target="../slideLayouts/slideLayout224.xml"/><Relationship Id="rId7" Type="http://schemas.openxmlformats.org/officeDocument/2006/relationships/slideLayout" Target="../slideLayouts/slideLayout228.xml"/><Relationship Id="rId12" Type="http://schemas.openxmlformats.org/officeDocument/2006/relationships/slideLayout" Target="../slideLayouts/slideLayout233.xml"/><Relationship Id="rId17" Type="http://schemas.openxmlformats.org/officeDocument/2006/relationships/slideLayout" Target="../slideLayouts/slideLayout238.xml"/><Relationship Id="rId2" Type="http://schemas.openxmlformats.org/officeDocument/2006/relationships/slideLayout" Target="../slideLayouts/slideLayout223.xml"/><Relationship Id="rId16" Type="http://schemas.openxmlformats.org/officeDocument/2006/relationships/slideLayout" Target="../slideLayouts/slideLayout237.xml"/><Relationship Id="rId20" Type="http://schemas.openxmlformats.org/officeDocument/2006/relationships/theme" Target="../theme/theme12.xml"/><Relationship Id="rId1" Type="http://schemas.openxmlformats.org/officeDocument/2006/relationships/slideLayout" Target="../slideLayouts/slideLayout222.xml"/><Relationship Id="rId6" Type="http://schemas.openxmlformats.org/officeDocument/2006/relationships/slideLayout" Target="../slideLayouts/slideLayout227.xml"/><Relationship Id="rId11" Type="http://schemas.openxmlformats.org/officeDocument/2006/relationships/slideLayout" Target="../slideLayouts/slideLayout232.xml"/><Relationship Id="rId5" Type="http://schemas.openxmlformats.org/officeDocument/2006/relationships/slideLayout" Target="../slideLayouts/slideLayout226.xml"/><Relationship Id="rId15" Type="http://schemas.openxmlformats.org/officeDocument/2006/relationships/slideLayout" Target="../slideLayouts/slideLayout236.xml"/><Relationship Id="rId10" Type="http://schemas.openxmlformats.org/officeDocument/2006/relationships/slideLayout" Target="../slideLayouts/slideLayout231.xml"/><Relationship Id="rId19" Type="http://schemas.openxmlformats.org/officeDocument/2006/relationships/slideLayout" Target="../slideLayouts/slideLayout240.xml"/><Relationship Id="rId4" Type="http://schemas.openxmlformats.org/officeDocument/2006/relationships/slideLayout" Target="../slideLayouts/slideLayout225.xml"/><Relationship Id="rId9" Type="http://schemas.openxmlformats.org/officeDocument/2006/relationships/slideLayout" Target="../slideLayouts/slideLayout230.xml"/><Relationship Id="rId14" Type="http://schemas.openxmlformats.org/officeDocument/2006/relationships/slideLayout" Target="../slideLayouts/slideLayout2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2"/>
          <p:cNvSpPr>
            <a:spLocks noGrp="1"/>
          </p:cNvSpPr>
          <p:nvPr>
            <p:ph type="ftr" sz="quarter" idx="3"/>
          </p:nvPr>
        </p:nvSpPr>
        <p:spPr>
          <a:xfrm>
            <a:off x="274638" y="6689365"/>
            <a:ext cx="3937000" cy="137160"/>
          </a:xfrm>
          <a:prstGeom prst="rect">
            <a:avLst/>
          </a:prstGeom>
        </p:spPr>
        <p:txBody>
          <a:bodyPr vert="horz" lIns="0" tIns="0" rIns="91440" bIns="0" rtlCol="0" anchor="ctr"/>
          <a:lstStyle>
            <a:lvl1pPr marL="0" algn="l" defTabSz="932742" rtl="0" eaLnBrk="1" latinLnBrk="0" hangingPunct="1">
              <a:defRPr lang="en-US" sz="900" kern="1200">
                <a:gradFill>
                  <a:gsLst>
                    <a:gs pos="2239">
                      <a:schemeClr val="tx1"/>
                    </a:gs>
                    <a:gs pos="11940">
                      <a:schemeClr val="tx1"/>
                    </a:gs>
                  </a:gsLst>
                  <a:lin ang="5400000" scaled="0"/>
                </a:gradFill>
                <a:latin typeface="+mn-lt"/>
                <a:ea typeface="+mn-ea"/>
                <a:cs typeface="+mn-cs"/>
              </a:defRPr>
            </a:lvl1pPr>
          </a:lstStyle>
          <a:p>
            <a:r>
              <a:rPr lang="en-US" dirty="0" smtClean="0"/>
              <a:t>Microsoft Confidential</a:t>
            </a:r>
            <a:endParaRPr lang="en-US" dirty="0"/>
          </a:p>
        </p:txBody>
      </p:sp>
      <p:sp>
        <p:nvSpPr>
          <p:cNvPr id="6" name="Slide Number Placeholder 4"/>
          <p:cNvSpPr>
            <a:spLocks noGrp="1"/>
          </p:cNvSpPr>
          <p:nvPr>
            <p:ph type="sldNum" sz="quarter" idx="4"/>
          </p:nvPr>
        </p:nvSpPr>
        <p:spPr>
          <a:xfrm>
            <a:off x="11595101" y="6689365"/>
            <a:ext cx="566737" cy="137160"/>
          </a:xfrm>
          <a:prstGeom prst="rect">
            <a:avLst/>
          </a:prstGeom>
        </p:spPr>
        <p:txBody>
          <a:bodyPr vert="horz" lIns="91440" tIns="0" rIns="0" bIns="0" rtlCol="0" anchor="ctr"/>
          <a:lstStyle>
            <a:lvl1pPr algn="r">
              <a:defRPr lang="en-US" sz="900" b="0" kern="1200" smtClean="0">
                <a:gradFill>
                  <a:gsLst>
                    <a:gs pos="2239">
                      <a:schemeClr val="tx1"/>
                    </a:gs>
                    <a:gs pos="11940">
                      <a:schemeClr val="tx1"/>
                    </a:gs>
                  </a:gsLst>
                  <a:lin ang="5400000" scaled="0"/>
                </a:gradFill>
                <a:latin typeface="+mn-lt"/>
                <a:ea typeface="+mn-ea"/>
                <a:cs typeface="+mn-cs"/>
              </a:defRPr>
            </a:lvl1pPr>
          </a:lstStyle>
          <a:p>
            <a:fld id="{27258FFF-F925-446B-8502-81C933981705}" type="slidenum">
              <a:rPr lang="en-US" smtClean="0"/>
              <a:pPr/>
              <a:t>‹#›</a:t>
            </a:fld>
            <a:endParaRPr lang="en-US" dirty="0"/>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6" r:id="rId1"/>
    <p:sldLayoutId id="2147484271" r:id="rId2"/>
    <p:sldLayoutId id="2147484184" r:id="rId3"/>
    <p:sldLayoutId id="2147484167" r:id="rId4"/>
    <p:sldLayoutId id="2147484272" r:id="rId5"/>
    <p:sldLayoutId id="2147484273" r:id="rId6"/>
    <p:sldLayoutId id="2147484274" r:id="rId7"/>
    <p:sldLayoutId id="2147484275" r:id="rId8"/>
    <p:sldLayoutId id="2147484276" r:id="rId9"/>
    <p:sldLayoutId id="2147484277" r:id="rId10"/>
    <p:sldLayoutId id="2147484278" r:id="rId11"/>
    <p:sldLayoutId id="2147484279" r:id="rId12"/>
    <p:sldLayoutId id="2147484280" r:id="rId13"/>
    <p:sldLayoutId id="2147484281" r:id="rId14"/>
    <p:sldLayoutId id="2147484282" r:id="rId15"/>
    <p:sldLayoutId id="2147484283" r:id="rId16"/>
    <p:sldLayoutId id="2147484284" r:id="rId17"/>
    <p:sldLayoutId id="2147484285" r:id="rId18"/>
    <p:sldLayoutId id="2147484286" r:id="rId19"/>
    <p:sldLayoutId id="2147484287" r:id="rId20"/>
    <p:sldLayoutId id="2147484288" r:id="rId21"/>
    <p:sldLayoutId id="2147484289" r:id="rId22"/>
    <p:sldLayoutId id="2147484290" r:id="rId23"/>
    <p:sldLayoutId id="2147484291" r:id="rId24"/>
    <p:sldLayoutId id="2147484292" r:id="rId25"/>
    <p:sldLayoutId id="2147484293" r:id="rId26"/>
  </p:sldLayoutIdLst>
  <p:transition>
    <p:fade/>
  </p:transition>
  <p:timing>
    <p:tnLst>
      <p:par>
        <p:cTn id="1" dur="indefinite" restart="never" nodeType="tmRoot"/>
      </p:par>
    </p:tnLst>
  </p:timing>
  <p:hf sldNum="0" hdr="0" dt="0"/>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5ACBF0"/>
          </p15:clr>
        </p15:guide>
        <p15:guide id="2" pos="173" userDrawn="1">
          <p15:clr>
            <a:srgbClr val="5ACBF0"/>
          </p15:clr>
        </p15:guide>
        <p15:guide id="3" orient="horz" pos="763" userDrawn="1">
          <p15:clr>
            <a:srgbClr val="A4A3A4"/>
          </p15:clr>
        </p15:guide>
        <p15:guide id="4" orient="horz" pos="1339" userDrawn="1">
          <p15:clr>
            <a:srgbClr val="A4A3A4"/>
          </p15:clr>
        </p15:guide>
        <p15:guide id="5" orient="horz" pos="1915" userDrawn="1">
          <p15:clr>
            <a:srgbClr val="A4A3A4"/>
          </p15:clr>
        </p15:guide>
        <p15:guide id="6" orient="horz" pos="2491" userDrawn="1">
          <p15:clr>
            <a:srgbClr val="A4A3A4"/>
          </p15:clr>
        </p15:guide>
        <p15:guide id="7" orient="horz" pos="3067" userDrawn="1">
          <p15:clr>
            <a:srgbClr val="A4A3A4"/>
          </p15:clr>
        </p15:guide>
        <p15:guide id="8" orient="horz" pos="3643" userDrawn="1">
          <p15:clr>
            <a:srgbClr val="A4A3A4"/>
          </p15:clr>
        </p15:guide>
        <p15:guide id="9" orient="horz" pos="4219" userDrawn="1">
          <p15:clr>
            <a:srgbClr val="5ACBF0"/>
          </p15:clr>
        </p15:guide>
        <p15:guide id="10" pos="749" userDrawn="1">
          <p15:clr>
            <a:srgbClr val="A4A3A4"/>
          </p15:clr>
        </p15:guide>
        <p15:guide id="11" pos="1325" userDrawn="1">
          <p15:clr>
            <a:srgbClr val="A4A3A4"/>
          </p15:clr>
        </p15:guide>
        <p15:guide id="12" pos="1901" userDrawn="1">
          <p15:clr>
            <a:srgbClr val="A4A3A4"/>
          </p15:clr>
        </p15:guide>
        <p15:guide id="13" pos="2477" userDrawn="1">
          <p15:clr>
            <a:srgbClr val="A4A3A4"/>
          </p15:clr>
        </p15:guide>
        <p15:guide id="14" pos="3053" userDrawn="1">
          <p15:clr>
            <a:srgbClr val="A4A3A4"/>
          </p15:clr>
        </p15:guide>
        <p15:guide id="15" pos="3629" userDrawn="1">
          <p15:clr>
            <a:srgbClr val="A4A3A4"/>
          </p15:clr>
        </p15:guide>
        <p15:guide id="16" pos="4205" userDrawn="1">
          <p15:clr>
            <a:srgbClr val="A4A3A4"/>
          </p15:clr>
        </p15:guide>
        <p15:guide id="17" pos="4781" userDrawn="1">
          <p15:clr>
            <a:srgbClr val="A4A3A4"/>
          </p15:clr>
        </p15:guide>
        <p15:guide id="18" pos="5357" userDrawn="1">
          <p15:clr>
            <a:srgbClr val="A4A3A4"/>
          </p15:clr>
        </p15:guide>
        <p15:guide id="19" pos="5933" userDrawn="1">
          <p15:clr>
            <a:srgbClr val="A4A3A4"/>
          </p15:clr>
        </p15:guide>
        <p15:guide id="20" pos="6509" userDrawn="1">
          <p15:clr>
            <a:srgbClr val="A4A3A4"/>
          </p15:clr>
        </p15:guide>
        <p15:guide id="21" pos="7085" userDrawn="1">
          <p15:clr>
            <a:srgbClr val="A4A3A4"/>
          </p15:clr>
        </p15:guide>
        <p15:guide id="22" pos="766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51518908"/>
      </p:ext>
    </p:extLst>
  </p:cSld>
  <p:clrMap bg1="dk1" tx1="lt1" bg2="dk2" tx2="lt2" accent1="accent1" accent2="accent2" accent3="accent3" accent4="accent4" accent5="accent5" accent6="accent6" hlink="hlink" folHlink="folHlink"/>
  <p:sldLayoutIdLst>
    <p:sldLayoutId id="2147484188" r:id="rId1"/>
    <p:sldLayoutId id="2147484295" r:id="rId2"/>
    <p:sldLayoutId id="2147484296" r:id="rId3"/>
    <p:sldLayoutId id="2147484520" r:id="rId4"/>
    <p:sldLayoutId id="2147484298" r:id="rId5"/>
    <p:sldLayoutId id="2147484299" r:id="rId6"/>
    <p:sldLayoutId id="2147484300" r:id="rId7"/>
    <p:sldLayoutId id="2147484362" r:id="rId8"/>
    <p:sldLayoutId id="2147484363" r:id="rId9"/>
    <p:sldLayoutId id="2147484364" r:id="rId10"/>
    <p:sldLayoutId id="2147484365" r:id="rId11"/>
    <p:sldLayoutId id="2147484301" r:id="rId12"/>
    <p:sldLayoutId id="2147484384" r:id="rId13"/>
    <p:sldLayoutId id="2147484302" r:id="rId14"/>
    <p:sldLayoutId id="2147484388" r:id="rId15"/>
    <p:sldLayoutId id="2147484389" r:id="rId16"/>
    <p:sldLayoutId id="2147484390" r:id="rId17"/>
    <p:sldLayoutId id="2147484391" r:id="rId18"/>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75207264"/>
      </p:ext>
    </p:extLst>
  </p:cSld>
  <p:clrMap bg1="dk1" tx1="lt1" bg2="dk2" tx2="lt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5795268"/>
      </p:ext>
    </p:extLst>
  </p:cSld>
  <p:clrMap bg1="dk1" tx1="lt1" bg2="dk2" tx2="lt2" accent1="accent1" accent2="accent2" accent3="accent3" accent4="accent4" accent5="accent5" accent6="accent6" hlink="hlink" folHlink="folHlink"/>
  <p:sldLayoutIdLst>
    <p:sldLayoutId id="2147484303" r:id="rId1"/>
    <p:sldLayoutId id="2147484304" r:id="rId2"/>
    <p:sldLayoutId id="2147484305" r:id="rId3"/>
    <p:sldLayoutId id="2147484521" r:id="rId4"/>
    <p:sldLayoutId id="2147484306" r:id="rId5"/>
    <p:sldLayoutId id="2147484307" r:id="rId6"/>
    <p:sldLayoutId id="2147484308" r:id="rId7"/>
    <p:sldLayoutId id="2147484366" r:id="rId8"/>
    <p:sldLayoutId id="2147484367" r:id="rId9"/>
    <p:sldLayoutId id="2147484368" r:id="rId10"/>
    <p:sldLayoutId id="2147484369" r:id="rId11"/>
    <p:sldLayoutId id="2147484309" r:id="rId12"/>
    <p:sldLayoutId id="2147484385" r:id="rId13"/>
    <p:sldLayoutId id="2147484310" r:id="rId14"/>
    <p:sldLayoutId id="2147484392" r:id="rId15"/>
    <p:sldLayoutId id="2147484393" r:id="rId16"/>
    <p:sldLayoutId id="2147484394" r:id="rId17"/>
    <p:sldLayoutId id="2147484395" r:id="rId18"/>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62260113"/>
      </p:ext>
    </p:extLst>
  </p:cSld>
  <p:clrMap bg1="dk1" tx1="lt1" bg2="dk2" tx2="lt2" accent1="accent1" accent2="accent2" accent3="accent3" accent4="accent4" accent5="accent5" accent6="accent6" hlink="hlink" folHlink="folHlink"/>
  <p:sldLayoutIdLst>
    <p:sldLayoutId id="2147484311" r:id="rId1"/>
    <p:sldLayoutId id="2147484312" r:id="rId2"/>
    <p:sldLayoutId id="2147484313" r:id="rId3"/>
    <p:sldLayoutId id="2147484522" r:id="rId4"/>
    <p:sldLayoutId id="2147484314" r:id="rId5"/>
    <p:sldLayoutId id="2147484315" r:id="rId6"/>
    <p:sldLayoutId id="2147484316" r:id="rId7"/>
    <p:sldLayoutId id="2147484370" r:id="rId8"/>
    <p:sldLayoutId id="2147484371" r:id="rId9"/>
    <p:sldLayoutId id="2147484372" r:id="rId10"/>
    <p:sldLayoutId id="2147484373" r:id="rId11"/>
    <p:sldLayoutId id="2147484317" r:id="rId12"/>
    <p:sldLayoutId id="2147484386" r:id="rId13"/>
    <p:sldLayoutId id="2147484318" r:id="rId14"/>
    <p:sldLayoutId id="2147484396" r:id="rId15"/>
    <p:sldLayoutId id="2147484397" r:id="rId16"/>
    <p:sldLayoutId id="2147484398" r:id="rId17"/>
    <p:sldLayoutId id="2147484399" r:id="rId18"/>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69590797"/>
      </p:ext>
    </p:extLst>
  </p:cSld>
  <p:clrMap bg1="dk1" tx1="lt1" bg2="dk2" tx2="lt2" accent1="accent1" accent2="accent2" accent3="accent3" accent4="accent4" accent5="accent5" accent6="accent6" hlink="hlink" folHlink="folHlink"/>
  <p:sldLayoutIdLst>
    <p:sldLayoutId id="2147484350" r:id="rId1"/>
    <p:sldLayoutId id="2147484351" r:id="rId2"/>
    <p:sldLayoutId id="2147484352" r:id="rId3"/>
    <p:sldLayoutId id="2147484523" r:id="rId4"/>
    <p:sldLayoutId id="2147484353" r:id="rId5"/>
    <p:sldLayoutId id="2147484354" r:id="rId6"/>
    <p:sldLayoutId id="2147484355" r:id="rId7"/>
    <p:sldLayoutId id="2147484374" r:id="rId8"/>
    <p:sldLayoutId id="2147484375" r:id="rId9"/>
    <p:sldLayoutId id="2147484376" r:id="rId10"/>
    <p:sldLayoutId id="2147484377" r:id="rId11"/>
    <p:sldLayoutId id="2147484356" r:id="rId12"/>
    <p:sldLayoutId id="2147484387" r:id="rId13"/>
    <p:sldLayoutId id="2147484357" r:id="rId14"/>
    <p:sldLayoutId id="2147484400" r:id="rId15"/>
    <p:sldLayoutId id="2147484401" r:id="rId16"/>
    <p:sldLayoutId id="2147484402" r:id="rId17"/>
    <p:sldLayoutId id="2147484403" r:id="rId18"/>
    <p:sldLayoutId id="2147484423" r:id="rId19"/>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934459786"/>
      </p:ext>
    </p:extLst>
  </p:cSld>
  <p:clrMap bg1="dk1" tx1="lt1" bg2="dk2" tx2="lt2" accent1="accent1" accent2="accent2" accent3="accent3" accent4="accent4" accent5="accent5" accent6="accent6" hlink="hlink" folHlink="folHlink"/>
  <p:sldLayoutIdLst>
    <p:sldLayoutId id="2147484405" r:id="rId1"/>
    <p:sldLayoutId id="2147484406" r:id="rId2"/>
    <p:sldLayoutId id="2147484407" r:id="rId3"/>
    <p:sldLayoutId id="2147484524" r:id="rId4"/>
    <p:sldLayoutId id="2147484408" r:id="rId5"/>
    <p:sldLayoutId id="2147484409" r:id="rId6"/>
    <p:sldLayoutId id="2147484410" r:id="rId7"/>
    <p:sldLayoutId id="2147484411" r:id="rId8"/>
    <p:sldLayoutId id="2147484412" r:id="rId9"/>
    <p:sldLayoutId id="2147484413" r:id="rId10"/>
    <p:sldLayoutId id="2147484414" r:id="rId11"/>
    <p:sldLayoutId id="2147484415" r:id="rId12"/>
    <p:sldLayoutId id="2147484416" r:id="rId13"/>
    <p:sldLayoutId id="2147484417" r:id="rId14"/>
    <p:sldLayoutId id="2147484418" r:id="rId15"/>
    <p:sldLayoutId id="2147484419" r:id="rId16"/>
    <p:sldLayoutId id="2147484420" r:id="rId17"/>
    <p:sldLayoutId id="2147484421" r:id="rId18"/>
    <p:sldLayoutId id="2147484422" r:id="rId19"/>
    <p:sldLayoutId id="2147484519" r:id="rId20"/>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710921324"/>
      </p:ext>
    </p:extLst>
  </p:cSld>
  <p:clrMap bg1="dk1" tx1="lt1" bg2="dk2" tx2="lt2" accent1="accent1" accent2="accent2" accent3="accent3" accent4="accent4" accent5="accent5" accent6="accent6" hlink="hlink" folHlink="folHlink"/>
  <p:sldLayoutIdLst>
    <p:sldLayoutId id="2147484425" r:id="rId1"/>
    <p:sldLayoutId id="2147484426" r:id="rId2"/>
    <p:sldLayoutId id="2147484427" r:id="rId3"/>
    <p:sldLayoutId id="2147484525" r:id="rId4"/>
    <p:sldLayoutId id="2147484428" r:id="rId5"/>
    <p:sldLayoutId id="2147484429" r:id="rId6"/>
    <p:sldLayoutId id="2147484430" r:id="rId7"/>
    <p:sldLayoutId id="2147484431" r:id="rId8"/>
    <p:sldLayoutId id="2147484432" r:id="rId9"/>
    <p:sldLayoutId id="2147484433" r:id="rId10"/>
    <p:sldLayoutId id="2147484434" r:id="rId11"/>
    <p:sldLayoutId id="2147484435" r:id="rId12"/>
    <p:sldLayoutId id="2147484436" r:id="rId13"/>
    <p:sldLayoutId id="2147484437" r:id="rId14"/>
    <p:sldLayoutId id="2147484438" r:id="rId15"/>
    <p:sldLayoutId id="2147484439" r:id="rId16"/>
    <p:sldLayoutId id="2147484440" r:id="rId17"/>
    <p:sldLayoutId id="2147484441" r:id="rId18"/>
    <p:sldLayoutId id="2147484442" r:id="rId19"/>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50415785"/>
      </p:ext>
    </p:extLst>
  </p:cSld>
  <p:clrMap bg1="dk1" tx1="lt1" bg2="dk2" tx2="lt2" accent1="accent1" accent2="accent2" accent3="accent3" accent4="accent4" accent5="accent5" accent6="accent6" hlink="hlink" folHlink="folHlink"/>
  <p:sldLayoutIdLst>
    <p:sldLayoutId id="2147484444" r:id="rId1"/>
    <p:sldLayoutId id="2147484445" r:id="rId2"/>
    <p:sldLayoutId id="2147484446" r:id="rId3"/>
    <p:sldLayoutId id="2147484526" r:id="rId4"/>
    <p:sldLayoutId id="2147484447" r:id="rId5"/>
    <p:sldLayoutId id="2147484448" r:id="rId6"/>
    <p:sldLayoutId id="2147484449" r:id="rId7"/>
    <p:sldLayoutId id="2147484450" r:id="rId8"/>
    <p:sldLayoutId id="2147484451" r:id="rId9"/>
    <p:sldLayoutId id="2147484452" r:id="rId10"/>
    <p:sldLayoutId id="2147484453" r:id="rId11"/>
    <p:sldLayoutId id="2147484454" r:id="rId12"/>
    <p:sldLayoutId id="2147484455" r:id="rId13"/>
    <p:sldLayoutId id="2147484456" r:id="rId14"/>
    <p:sldLayoutId id="2147484457" r:id="rId15"/>
    <p:sldLayoutId id="2147484458" r:id="rId16"/>
    <p:sldLayoutId id="2147484459" r:id="rId17"/>
    <p:sldLayoutId id="2147484460" r:id="rId18"/>
    <p:sldLayoutId id="2147484461" r:id="rId19"/>
    <p:sldLayoutId id="2147484549" r:id="rId20"/>
    <p:sldLayoutId id="2147484550" r:id="rId21"/>
    <p:sldLayoutId id="2147484551" r:id="rId22"/>
    <p:sldLayoutId id="2147484552" r:id="rId23"/>
    <p:sldLayoutId id="2147484553" r:id="rId24"/>
    <p:sldLayoutId id="2147484554" r:id="rId25"/>
    <p:sldLayoutId id="2147484555" r:id="rId26"/>
    <p:sldLayoutId id="2147484556" r:id="rId27"/>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65605757"/>
      </p:ext>
    </p:extLst>
  </p:cSld>
  <p:clrMap bg1="dk1" tx1="lt1" bg2="dk2" tx2="lt2" accent1="accent1" accent2="accent2" accent3="accent3" accent4="accent4" accent5="accent5" accent6="accent6" hlink="hlink" folHlink="folHlink"/>
  <p:sldLayoutIdLst>
    <p:sldLayoutId id="2147484463" r:id="rId1"/>
    <p:sldLayoutId id="2147484464" r:id="rId2"/>
    <p:sldLayoutId id="2147484465" r:id="rId3"/>
    <p:sldLayoutId id="2147484527" r:id="rId4"/>
    <p:sldLayoutId id="2147484466" r:id="rId5"/>
    <p:sldLayoutId id="2147484467" r:id="rId6"/>
    <p:sldLayoutId id="2147484468" r:id="rId7"/>
    <p:sldLayoutId id="2147484469" r:id="rId8"/>
    <p:sldLayoutId id="2147484470" r:id="rId9"/>
    <p:sldLayoutId id="2147484471" r:id="rId10"/>
    <p:sldLayoutId id="2147484472" r:id="rId11"/>
    <p:sldLayoutId id="2147484473" r:id="rId12"/>
    <p:sldLayoutId id="2147484474" r:id="rId13"/>
    <p:sldLayoutId id="2147484475" r:id="rId14"/>
    <p:sldLayoutId id="2147484476" r:id="rId15"/>
    <p:sldLayoutId id="2147484477" r:id="rId16"/>
    <p:sldLayoutId id="2147484478" r:id="rId17"/>
    <p:sldLayoutId id="2147484479" r:id="rId18"/>
    <p:sldLayoutId id="2147484480" r:id="rId19"/>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43474299"/>
      </p:ext>
    </p:extLst>
  </p:cSld>
  <p:clrMap bg1="dk1" tx1="lt1" bg2="dk2" tx2="lt2" accent1="accent1" accent2="accent2" accent3="accent3" accent4="accent4" accent5="accent5" accent6="accent6" hlink="hlink" folHlink="folHlink"/>
  <p:sldLayoutIdLst>
    <p:sldLayoutId id="2147484482" r:id="rId1"/>
    <p:sldLayoutId id="2147484483" r:id="rId2"/>
    <p:sldLayoutId id="2147484484" r:id="rId3"/>
    <p:sldLayoutId id="2147484528" r:id="rId4"/>
    <p:sldLayoutId id="2147484485" r:id="rId5"/>
    <p:sldLayoutId id="2147484486" r:id="rId6"/>
    <p:sldLayoutId id="2147484487" r:id="rId7"/>
    <p:sldLayoutId id="2147484488" r:id="rId8"/>
    <p:sldLayoutId id="2147484489" r:id="rId9"/>
    <p:sldLayoutId id="2147484490" r:id="rId10"/>
    <p:sldLayoutId id="2147484491" r:id="rId11"/>
    <p:sldLayoutId id="2147484492" r:id="rId12"/>
    <p:sldLayoutId id="2147484493" r:id="rId13"/>
    <p:sldLayoutId id="2147484494" r:id="rId14"/>
    <p:sldLayoutId id="2147484495" r:id="rId15"/>
    <p:sldLayoutId id="2147484496" r:id="rId16"/>
    <p:sldLayoutId id="2147484497" r:id="rId17"/>
    <p:sldLayoutId id="2147484498" r:id="rId18"/>
    <p:sldLayoutId id="2147484499" r:id="rId19"/>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296897"/>
            <a:ext cx="11889564"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48277598"/>
      </p:ext>
    </p:extLst>
  </p:cSld>
  <p:clrMap bg1="dk1" tx1="lt1" bg2="dk2" tx2="lt2" accent1="accent1" accent2="accent2" accent3="accent3" accent4="accent4" accent5="accent5" accent6="accent6" hlink="hlink" folHlink="folHlink"/>
  <p:sldLayoutIdLst>
    <p:sldLayoutId id="2147484501" r:id="rId1"/>
    <p:sldLayoutId id="2147484502" r:id="rId2"/>
    <p:sldLayoutId id="2147484503" r:id="rId3"/>
    <p:sldLayoutId id="2147484529" r:id="rId4"/>
    <p:sldLayoutId id="2147484504" r:id="rId5"/>
    <p:sldLayoutId id="2147484505" r:id="rId6"/>
    <p:sldLayoutId id="2147484506" r:id="rId7"/>
    <p:sldLayoutId id="2147484507" r:id="rId8"/>
    <p:sldLayoutId id="2147484508" r:id="rId9"/>
    <p:sldLayoutId id="2147484509" r:id="rId10"/>
    <p:sldLayoutId id="2147484510" r:id="rId11"/>
    <p:sldLayoutId id="2147484511" r:id="rId12"/>
    <p:sldLayoutId id="2147484512" r:id="rId13"/>
    <p:sldLayoutId id="2147484513" r:id="rId14"/>
    <p:sldLayoutId id="2147484514" r:id="rId15"/>
    <p:sldLayoutId id="2147484515" r:id="rId16"/>
    <p:sldLayoutId id="2147484516" r:id="rId17"/>
    <p:sldLayoutId id="2147484517" r:id="rId18"/>
    <p:sldLayoutId id="2147484518" r:id="rId19"/>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83.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6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4.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18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1.xml"/></Relationships>
</file>

<file path=ppt/slides/_rels/slide12.xml.rels><?xml version="1.0" encoding="UTF-8" standalone="yes"?>
<Relationships xmlns="http://schemas.openxmlformats.org/package/2006/relationships"><Relationship Id="rId3" Type="http://schemas.openxmlformats.org/officeDocument/2006/relationships/hyperlink" Target="https://msdn.microsoft.com/en-us/library/ms187926(v=sql.130).aspx" TargetMode="External"/><Relationship Id="rId2" Type="http://schemas.openxmlformats.org/officeDocument/2006/relationships/notesSlide" Target="../notesSlides/notesSlide9.xml"/><Relationship Id="rId1" Type="http://schemas.openxmlformats.org/officeDocument/2006/relationships/slideLayout" Target="../slideLayouts/slideLayout171.xml"/><Relationship Id="rId6" Type="http://schemas.openxmlformats.org/officeDocument/2006/relationships/hyperlink" Target="https://msdn.microsoft.com/en-us/library/ms189499(v=sql.130).aspx" TargetMode="External"/><Relationship Id="rId5" Type="http://schemas.openxmlformats.org/officeDocument/2006/relationships/hyperlink" Target="https://msdn.microsoft.com/en-us/library/ms189762(v=sql.130).aspx" TargetMode="External"/><Relationship Id="rId4" Type="http://schemas.openxmlformats.org/officeDocument/2006/relationships/hyperlink" Target="https://msdn.microsoft.com/en-us/library/ms174969(v=sql.130).aspx"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71.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7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10320" y="-7938"/>
            <a:ext cx="12446795" cy="7002463"/>
          </a:xfrm>
          <a:prstGeom prst="rect">
            <a:avLst/>
          </a:prstGeom>
        </p:spPr>
      </p:pic>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tretch/>
        </p:blipFill>
        <p:spPr bwMode="invGray">
          <a:xfrm>
            <a:off x="10344360" y="478018"/>
            <a:ext cx="1627763" cy="347472"/>
          </a:xfrm>
          <a:prstGeom prst="rect">
            <a:avLst/>
          </a:prstGeom>
          <a:noFill/>
          <a:ln>
            <a:noFill/>
          </a:ln>
        </p:spPr>
      </p:pic>
      <p:pic>
        <p:nvPicPr>
          <p:cNvPr id="14" name="Picture 13" descr="C:\Users\petern\AppData\Local\Temp\vmware-petern\VMwareDnD\9912bbd5\PPE_Logo_RGB_bootcamp_600x13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4758" y="6287833"/>
            <a:ext cx="1877080" cy="40983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1" name="Rectangle 10"/>
          <p:cNvSpPr/>
          <p:nvPr/>
        </p:nvSpPr>
        <p:spPr bwMode="ltGray">
          <a:xfrm>
            <a:off x="274638" y="307607"/>
            <a:ext cx="5486400" cy="5475656"/>
          </a:xfrm>
          <a:prstGeom prst="rect">
            <a:avLst/>
          </a:prstGeom>
          <a:solidFill>
            <a:srgbClr val="BA141A">
              <a:alpha val="9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Title 16"/>
          <p:cNvSpPr txBox="1">
            <a:spLocks/>
          </p:cNvSpPr>
          <p:nvPr/>
        </p:nvSpPr>
        <p:spPr>
          <a:xfrm>
            <a:off x="274320" y="307607"/>
            <a:ext cx="5486718" cy="3375393"/>
          </a:xfrm>
          <a:prstGeom prst="rect">
            <a:avLst/>
          </a:prstGeom>
        </p:spPr>
        <p:txBody>
          <a:bodyPr vert="horz" wrap="square" lIns="182880" tIns="182880" rIns="182880" bIns="182880" rtlCol="0" anchor="t">
            <a:noAutofit/>
          </a:bodyPr>
          <a:lstStyle>
            <a:lvl1pPr algn="l" defTabSz="932742" rtl="0" eaLnBrk="1" latinLnBrk="0" hangingPunct="1">
              <a:lnSpc>
                <a:spcPct val="90000"/>
              </a:lnSpc>
              <a:spcBef>
                <a:spcPct val="0"/>
              </a:spcBef>
              <a:buNone/>
              <a:defRPr lang="en-US" sz="6000" b="0" kern="1200" cap="none" spc="-102" baseline="0">
                <a:ln w="3175">
                  <a:noFill/>
                </a:ln>
                <a:gradFill>
                  <a:gsLst>
                    <a:gs pos="8850">
                      <a:srgbClr val="FFFFFF"/>
                    </a:gs>
                    <a:gs pos="34000">
                      <a:srgbClr val="FFFFFF"/>
                    </a:gs>
                  </a:gsLst>
                  <a:lin ang="5400000" scaled="0"/>
                </a:gradFill>
                <a:effectLst/>
                <a:latin typeface="+mj-lt"/>
                <a:ea typeface="+mn-ea"/>
                <a:cs typeface="Segoe UI" pitchFamily="34" charset="0"/>
              </a:defRPr>
            </a:lvl1pPr>
          </a:lstStyle>
          <a:p>
            <a:r>
              <a:rPr lang="en-US" sz="4800" dirty="0"/>
              <a:t>In-Memory Optimization (OLTP) enhancements </a:t>
            </a:r>
            <a:r>
              <a:rPr lang="en-US" sz="4800" dirty="0" smtClean="0"/>
              <a:t>overview</a:t>
            </a:r>
            <a:endParaRPr lang="en-US" sz="4800" dirty="0"/>
          </a:p>
        </p:txBody>
      </p:sp>
      <p:sp>
        <p:nvSpPr>
          <p:cNvPr id="5" name="Text Placeholder 4"/>
          <p:cNvSpPr>
            <a:spLocks noGrp="1"/>
          </p:cNvSpPr>
          <p:nvPr>
            <p:ph type="body" sz="quarter" idx="12"/>
          </p:nvPr>
        </p:nvSpPr>
        <p:spPr>
          <a:xfrm>
            <a:off x="276540" y="4764294"/>
            <a:ext cx="5197379" cy="1018969"/>
          </a:xfrm>
        </p:spPr>
        <p:txBody>
          <a:bodyPr tIns="182880" bIns="182880"/>
          <a:lstStyle/>
          <a:p>
            <a:r>
              <a:rPr lang="en-US" sz="3200" dirty="0" smtClean="0">
                <a:solidFill>
                  <a:schemeClr val="bg1"/>
                </a:solidFill>
              </a:rPr>
              <a:t>Speaker Name</a:t>
            </a:r>
            <a:endParaRPr lang="en-US" sz="3200" dirty="0">
              <a:solidFill>
                <a:schemeClr val="bg1"/>
              </a:solidFill>
            </a:endParaRPr>
          </a:p>
        </p:txBody>
      </p:sp>
      <p:sp>
        <p:nvSpPr>
          <p:cNvPr id="2" name="Rectangle 1"/>
          <p:cNvSpPr/>
          <p:nvPr/>
        </p:nvSpPr>
        <p:spPr>
          <a:xfrm>
            <a:off x="274320" y="3436610"/>
            <a:ext cx="5486718" cy="1107996"/>
          </a:xfrm>
          <a:prstGeom prst="rect">
            <a:avLst/>
          </a:prstGeom>
        </p:spPr>
        <p:txBody>
          <a:bodyPr wrap="square" lIns="182880" tIns="182880" rIns="182880" bIns="182880">
            <a:spAutoFit/>
          </a:bodyPr>
          <a:lstStyle/>
          <a:p>
            <a:r>
              <a:rPr lang="en-US" sz="2400" dirty="0">
                <a:solidFill>
                  <a:schemeClr val="bg1"/>
                </a:solidFill>
                <a:latin typeface="+mj-lt"/>
              </a:rPr>
              <a:t>Mission-critical performance </a:t>
            </a:r>
            <a:r>
              <a:rPr lang="en-US" sz="2400" dirty="0" smtClean="0">
                <a:solidFill>
                  <a:schemeClr val="bg1"/>
                </a:solidFill>
                <a:latin typeface="+mj-lt"/>
              </a:rPr>
              <a:t/>
            </a:r>
            <a:br>
              <a:rPr lang="en-US" sz="2400" dirty="0" smtClean="0">
                <a:solidFill>
                  <a:schemeClr val="bg1"/>
                </a:solidFill>
                <a:latin typeface="+mj-lt"/>
              </a:rPr>
            </a:br>
            <a:r>
              <a:rPr lang="en-US" sz="2400" dirty="0" smtClean="0">
                <a:solidFill>
                  <a:schemeClr val="bg1"/>
                </a:solidFill>
                <a:latin typeface="+mj-lt"/>
              </a:rPr>
              <a:t>with Microsoft SQL </a:t>
            </a:r>
            <a:r>
              <a:rPr lang="en-US" sz="2400" dirty="0">
                <a:solidFill>
                  <a:schemeClr val="bg1"/>
                </a:solidFill>
                <a:latin typeface="+mj-lt"/>
              </a:rPr>
              <a:t>Server 2016</a:t>
            </a:r>
          </a:p>
        </p:txBody>
      </p:sp>
    </p:spTree>
    <p:extLst>
      <p:ext uri="{BB962C8B-B14F-4D97-AF65-F5344CB8AC3E}">
        <p14:creationId xmlns:p14="http://schemas.microsoft.com/office/powerpoint/2010/main" val="1313050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0" y="-11430"/>
            <a:ext cx="5669280" cy="7005955"/>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smtClean="0">
              <a:solidFill>
                <a:schemeClr val="tx1"/>
              </a:solidFill>
              <a:ea typeface="Segoe UI" pitchFamily="34" charset="0"/>
              <a:cs typeface="Segoe UI" pitchFamily="34" charset="0"/>
            </a:endParaRPr>
          </a:p>
        </p:txBody>
      </p:sp>
      <p:sp>
        <p:nvSpPr>
          <p:cNvPr id="3" name="Text Placeholder 2"/>
          <p:cNvSpPr>
            <a:spLocks noGrp="1"/>
          </p:cNvSpPr>
          <p:nvPr>
            <p:ph sz="quarter" idx="10"/>
          </p:nvPr>
        </p:nvSpPr>
        <p:spPr>
          <a:xfrm>
            <a:off x="293110" y="2345893"/>
            <a:ext cx="9144000" cy="2431435"/>
          </a:xfrm>
        </p:spPr>
        <p:txBody>
          <a:bodyPr/>
          <a:lstStyle/>
          <a:p>
            <a:pPr>
              <a:lnSpc>
                <a:spcPct val="100000"/>
              </a:lnSpc>
              <a:spcBef>
                <a:spcPts val="1000"/>
              </a:spcBef>
              <a:spcAft>
                <a:spcPts val="1000"/>
              </a:spcAft>
            </a:pPr>
            <a:r>
              <a:rPr lang="en-US" sz="2400" dirty="0">
                <a:solidFill>
                  <a:schemeClr val="tx1"/>
                </a:solidFill>
              </a:rPr>
              <a:t>Overview of In-Memory OLTP</a:t>
            </a:r>
          </a:p>
          <a:p>
            <a:pPr>
              <a:lnSpc>
                <a:spcPct val="100000"/>
              </a:lnSpc>
              <a:spcBef>
                <a:spcPts val="1000"/>
              </a:spcBef>
              <a:spcAft>
                <a:spcPts val="1000"/>
              </a:spcAft>
            </a:pPr>
            <a:r>
              <a:rPr lang="en-US" sz="2400" dirty="0">
                <a:solidFill>
                  <a:schemeClr val="tx1"/>
                </a:solidFill>
              </a:rPr>
              <a:t>Enhancements to In-Memory OLTP</a:t>
            </a:r>
          </a:p>
          <a:p>
            <a:pPr>
              <a:lnSpc>
                <a:spcPct val="100000"/>
              </a:lnSpc>
              <a:spcBef>
                <a:spcPts val="1000"/>
              </a:spcBef>
              <a:spcAft>
                <a:spcPts val="1000"/>
              </a:spcAft>
            </a:pPr>
            <a:r>
              <a:rPr lang="en-US" sz="2400" dirty="0">
                <a:solidFill>
                  <a:schemeClr val="tx1"/>
                </a:solidFill>
              </a:rPr>
              <a:t>Benefits and best </a:t>
            </a:r>
            <a:r>
              <a:rPr lang="en-US" sz="2400" dirty="0" smtClean="0">
                <a:solidFill>
                  <a:schemeClr val="tx1"/>
                </a:solidFill>
              </a:rPr>
              <a:t>practices</a:t>
            </a:r>
          </a:p>
          <a:p>
            <a:pPr>
              <a:lnSpc>
                <a:spcPct val="100000"/>
              </a:lnSpc>
              <a:spcBef>
                <a:spcPts val="1000"/>
              </a:spcBef>
              <a:spcAft>
                <a:spcPts val="1000"/>
              </a:spcAft>
            </a:pPr>
            <a:r>
              <a:rPr lang="en-US" sz="2400" dirty="0" smtClean="0">
                <a:solidFill>
                  <a:schemeClr val="tx1"/>
                </a:solidFill>
              </a:rPr>
              <a:t>In-Memory OLTP hands-on lab</a:t>
            </a:r>
            <a:endParaRPr lang="en-US" sz="2400" dirty="0">
              <a:solidFill>
                <a:schemeClr val="tx1"/>
              </a:solidFill>
            </a:endParaRPr>
          </a:p>
        </p:txBody>
      </p:sp>
      <p:sp>
        <p:nvSpPr>
          <p:cNvPr id="2" name="Title 1"/>
          <p:cNvSpPr>
            <a:spLocks noGrp="1"/>
          </p:cNvSpPr>
          <p:nvPr>
            <p:ph type="title"/>
          </p:nvPr>
        </p:nvSpPr>
        <p:spPr/>
        <p:txBody>
          <a:bodyPr/>
          <a:lstStyle/>
          <a:p>
            <a:r>
              <a:rPr lang="en-US" sz="5800" dirty="0" smtClean="0">
                <a:solidFill>
                  <a:schemeClr val="tx1"/>
                </a:solidFill>
              </a:rPr>
              <a:t>Learning</a:t>
            </a:r>
            <a:br>
              <a:rPr lang="en-US" sz="5800" dirty="0" smtClean="0">
                <a:solidFill>
                  <a:schemeClr val="tx1"/>
                </a:solidFill>
              </a:rPr>
            </a:br>
            <a:r>
              <a:rPr lang="en-US" sz="5800" dirty="0" smtClean="0">
                <a:solidFill>
                  <a:schemeClr val="tx1"/>
                </a:solidFill>
              </a:rPr>
              <a:t>objectives</a:t>
            </a:r>
            <a:endParaRPr lang="en-US" sz="5800" dirty="0">
              <a:solidFill>
                <a:schemeClr val="tx1"/>
              </a:solidFill>
            </a:endParaRPr>
          </a:p>
        </p:txBody>
      </p:sp>
      <p:pic>
        <p:nvPicPr>
          <p:cNvPr id="12" name="Picture 11"/>
          <p:cNvPicPr>
            <a:picLocks noChangeAspect="1"/>
          </p:cNvPicPr>
          <p:nvPr/>
        </p:nvPicPr>
        <p:blipFill rotWithShape="1">
          <a:blip r:embed="rId3" cstate="screen">
            <a:extLst>
              <a:ext uri="{28A0092B-C50C-407E-A947-70E740481C1C}">
                <a14:useLocalDpi xmlns:a14="http://schemas.microsoft.com/office/drawing/2010/main" val="0"/>
              </a:ext>
            </a:extLst>
          </a:blip>
          <a:srcRect b="17497"/>
          <a:stretch/>
        </p:blipFill>
        <p:spPr>
          <a:xfrm>
            <a:off x="5761038" y="-11429"/>
            <a:ext cx="7605712" cy="7021830"/>
          </a:xfrm>
          <a:prstGeom prst="rect">
            <a:avLst/>
          </a:prstGeom>
        </p:spPr>
      </p:pic>
    </p:spTree>
    <p:extLst>
      <p:ext uri="{BB962C8B-B14F-4D97-AF65-F5344CB8AC3E}">
        <p14:creationId xmlns:p14="http://schemas.microsoft.com/office/powerpoint/2010/main" val="4175864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74638" y="2016332"/>
            <a:ext cx="11887200" cy="1831975"/>
          </a:xfrm>
          <a:prstGeom prst="rect">
            <a:avLst/>
          </a:prstGeom>
          <a:noFill/>
        </p:spPr>
        <p:txBody>
          <a:bodyPr vert="horz" wrap="square" lIns="146304" tIns="91440" rIns="146304" bIns="91440" rtlCol="0" anchor="t" anchorCtr="0">
            <a:noAutofit/>
          </a:bodyPr>
          <a:lstStyle>
            <a:lvl1pPr algn="l" defTabSz="932742" rtl="0" eaLnBrk="1" latinLnBrk="0" hangingPunct="1">
              <a:lnSpc>
                <a:spcPct val="90000"/>
              </a:lnSpc>
              <a:spcBef>
                <a:spcPct val="0"/>
              </a:spcBef>
              <a:buNone/>
              <a:defRPr lang="en-US" sz="8800" b="0" kern="1200" cap="none" spc="-100" baseline="0">
                <a:ln w="3175">
                  <a:noFill/>
                </a:ln>
                <a:gradFill>
                  <a:gsLst>
                    <a:gs pos="100000">
                      <a:schemeClr val="tx1"/>
                    </a:gs>
                    <a:gs pos="0">
                      <a:schemeClr val="tx1"/>
                    </a:gs>
                  </a:gsLst>
                  <a:lin ang="5400000" scaled="0"/>
                </a:gradFill>
                <a:effectLst/>
                <a:latin typeface="+mj-lt"/>
                <a:ea typeface="+mn-ea"/>
                <a:cs typeface="Segoe UI" pitchFamily="34" charset="0"/>
              </a:defRPr>
            </a:lvl1pPr>
          </a:lstStyle>
          <a:p>
            <a:r>
              <a:rPr lang="en-US" sz="7200" dirty="0"/>
              <a:t>Overview of </a:t>
            </a:r>
            <a:r>
              <a:rPr lang="en-US" sz="7200" dirty="0" smtClean="0"/>
              <a:t/>
            </a:r>
            <a:br>
              <a:rPr lang="en-US" sz="7200" dirty="0" smtClean="0"/>
            </a:br>
            <a:r>
              <a:rPr lang="en-US" sz="7200" dirty="0" smtClean="0"/>
              <a:t>In-Memory </a:t>
            </a:r>
            <a:r>
              <a:rPr lang="en-US" sz="7200" dirty="0"/>
              <a:t>OLTP</a:t>
            </a:r>
          </a:p>
        </p:txBody>
      </p:sp>
    </p:spTree>
    <p:extLst>
      <p:ext uri="{BB962C8B-B14F-4D97-AF65-F5344CB8AC3E}">
        <p14:creationId xmlns:p14="http://schemas.microsoft.com/office/powerpoint/2010/main" val="2330135199"/>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274320" y="1327090"/>
            <a:ext cx="6619966" cy="2287806"/>
          </a:xfrm>
        </p:spPr>
        <p:txBody>
          <a:bodyPr/>
          <a:lstStyle/>
          <a:p>
            <a:pPr marL="0" indent="0">
              <a:lnSpc>
                <a:spcPct val="100000"/>
              </a:lnSpc>
              <a:spcBef>
                <a:spcPts val="1000"/>
              </a:spcBef>
              <a:spcAft>
                <a:spcPts val="1000"/>
              </a:spcAft>
              <a:buNone/>
            </a:pPr>
            <a:r>
              <a:rPr lang="en-US" sz="2400" dirty="0" smtClean="0">
                <a:solidFill>
                  <a:srgbClr val="505050"/>
                </a:solidFill>
              </a:rPr>
              <a:t>Customers are demanding ever-higher concurrency and lower latency, at a lower cost</a:t>
            </a:r>
          </a:p>
          <a:p>
            <a:pPr marL="0" indent="0">
              <a:lnSpc>
                <a:spcPct val="100000"/>
              </a:lnSpc>
              <a:spcBef>
                <a:spcPts val="1000"/>
              </a:spcBef>
              <a:spcAft>
                <a:spcPts val="1000"/>
              </a:spcAft>
              <a:buNone/>
            </a:pPr>
            <a:r>
              <a:rPr lang="en-US" sz="2400" dirty="0">
                <a:solidFill>
                  <a:srgbClr val="505050"/>
                </a:solidFill>
              </a:rPr>
              <a:t>Hardware trends demand architectural changes </a:t>
            </a:r>
            <a:r>
              <a:rPr lang="en-US" sz="2400" dirty="0" smtClean="0">
                <a:solidFill>
                  <a:srgbClr val="505050"/>
                </a:solidFill>
              </a:rPr>
              <a:t>to the relational database management system (RDBMS) </a:t>
            </a:r>
            <a:r>
              <a:rPr lang="en-US" sz="2400" dirty="0">
                <a:solidFill>
                  <a:srgbClr val="505050"/>
                </a:solidFill>
              </a:rPr>
              <a:t>to meet those </a:t>
            </a:r>
            <a:r>
              <a:rPr lang="en-US" sz="2400" dirty="0" smtClean="0">
                <a:solidFill>
                  <a:srgbClr val="505050"/>
                </a:solidFill>
              </a:rPr>
              <a:t>demands</a:t>
            </a:r>
            <a:endParaRPr lang="en-US" sz="2400" dirty="0">
              <a:solidFill>
                <a:srgbClr val="505050"/>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0884" y="1626294"/>
            <a:ext cx="4599232" cy="3456608"/>
          </a:xfrm>
          <a:prstGeom prst="rect">
            <a:avLst/>
          </a:prstGeom>
          <a:noFill/>
          <a:ln w="63500" cap="sq">
            <a:solidFill>
              <a:schemeClr val="bg2"/>
            </a:solidFill>
            <a:miter lim="800000"/>
          </a:ln>
        </p:spPr>
      </p:pic>
      <p:sp>
        <p:nvSpPr>
          <p:cNvPr id="6"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Why In-Memory OLTP?</a:t>
            </a:r>
          </a:p>
        </p:txBody>
      </p:sp>
      <p:sp>
        <p:nvSpPr>
          <p:cNvPr id="8" name="Rectangle 7"/>
          <p:cNvSpPr/>
          <p:nvPr/>
        </p:nvSpPr>
        <p:spPr>
          <a:xfrm>
            <a:off x="274320" y="3915292"/>
            <a:ext cx="6503851" cy="2575064"/>
          </a:xfrm>
          <a:prstGeom prst="rect">
            <a:avLst/>
          </a:prstGeom>
        </p:spPr>
        <p:txBody>
          <a:bodyPr wrap="square">
            <a:spAutoFit/>
          </a:bodyPr>
          <a:lstStyle/>
          <a:p>
            <a:pPr>
              <a:spcAft>
                <a:spcPts val="1000"/>
              </a:spcAft>
            </a:pPr>
            <a:r>
              <a:rPr lang="en-US" sz="2400" dirty="0">
                <a:solidFill>
                  <a:schemeClr val="bg2"/>
                </a:solidFill>
                <a:latin typeface="+mj-lt"/>
              </a:rPr>
              <a:t>In-Memory Online Transaction Processing (OLTP), a key new feature of SQL Server 2016, offers</a:t>
            </a:r>
            <a:r>
              <a:rPr lang="en-US" sz="2400" dirty="0" smtClean="0">
                <a:solidFill>
                  <a:schemeClr val="bg2"/>
                </a:solidFill>
                <a:latin typeface="+mj-lt"/>
              </a:rPr>
              <a:t>:</a:t>
            </a:r>
            <a:endParaRPr lang="en-US" sz="800" dirty="0" smtClean="0">
              <a:solidFill>
                <a:srgbClr val="505050"/>
              </a:solidFill>
            </a:endParaRPr>
          </a:p>
          <a:p>
            <a:pPr marL="809271" lvl="2" indent="-342900">
              <a:spcAft>
                <a:spcPts val="1000"/>
              </a:spcAft>
            </a:pPr>
            <a:r>
              <a:rPr lang="en-US" sz="2000" dirty="0" smtClean="0">
                <a:solidFill>
                  <a:srgbClr val="505050"/>
                </a:solidFill>
                <a:latin typeface="Segoe UI" panose="020B0502040204020203" pitchFamily="34" charset="0"/>
                <a:cs typeface="Segoe UI" panose="020B0502040204020203" pitchFamily="34" charset="0"/>
              </a:rPr>
              <a:t>High performance</a:t>
            </a:r>
          </a:p>
          <a:p>
            <a:pPr marL="809271" lvl="2" indent="-342900">
              <a:spcAft>
                <a:spcPts val="1000"/>
              </a:spcAft>
            </a:pPr>
            <a:r>
              <a:rPr lang="en-US" sz="2000" dirty="0" smtClean="0">
                <a:solidFill>
                  <a:srgbClr val="505050"/>
                </a:solidFill>
                <a:latin typeface="Segoe UI" panose="020B0502040204020203" pitchFamily="34" charset="0"/>
                <a:cs typeface="Segoe UI" panose="020B0502040204020203" pitchFamily="34" charset="0"/>
              </a:rPr>
              <a:t>Memory-optimized OLTP engine</a:t>
            </a:r>
          </a:p>
          <a:p>
            <a:pPr marL="809271" lvl="2" indent="-342900">
              <a:spcAft>
                <a:spcPts val="1000"/>
              </a:spcAft>
            </a:pPr>
            <a:r>
              <a:rPr lang="en-US" sz="2000" dirty="0" smtClean="0">
                <a:solidFill>
                  <a:srgbClr val="505050"/>
                </a:solidFill>
                <a:latin typeface="Segoe UI" panose="020B0502040204020203" pitchFamily="34" charset="0"/>
                <a:cs typeface="Segoe UI" panose="020B0502040204020203" pitchFamily="34" charset="0"/>
              </a:rPr>
              <a:t>SQL Server integration</a:t>
            </a:r>
          </a:p>
          <a:p>
            <a:pPr marL="809271" lvl="2" indent="-342900">
              <a:spcAft>
                <a:spcPts val="1000"/>
              </a:spcAft>
            </a:pPr>
            <a:r>
              <a:rPr lang="en-US" sz="2000" dirty="0" smtClean="0">
                <a:solidFill>
                  <a:srgbClr val="505050"/>
                </a:solidFill>
                <a:latin typeface="Segoe UI" panose="020B0502040204020203" pitchFamily="34" charset="0"/>
                <a:cs typeface="Segoe UI" panose="020B0502040204020203" pitchFamily="34" charset="0"/>
              </a:rPr>
              <a:t>Modern hardware architecture</a:t>
            </a:r>
            <a:endParaRPr lang="en-US" dirty="0">
              <a:solidFill>
                <a:srgbClr val="505050"/>
              </a:solidFill>
            </a:endParaRPr>
          </a:p>
        </p:txBody>
      </p:sp>
    </p:spTree>
    <p:extLst>
      <p:ext uri="{BB962C8B-B14F-4D97-AF65-F5344CB8AC3E}">
        <p14:creationId xmlns:p14="http://schemas.microsoft.com/office/powerpoint/2010/main" val="2144468355"/>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Why In-Memory OLTP</a:t>
            </a:r>
            <a:r>
              <a:rPr lang="en-US" sz="4800" dirty="0" smtClean="0">
                <a:solidFill>
                  <a:srgbClr val="505050"/>
                </a:solidFill>
              </a:rPr>
              <a:t>? </a:t>
            </a:r>
            <a:r>
              <a:rPr lang="en-US" sz="2400" dirty="0" smtClean="0">
                <a:solidFill>
                  <a:srgbClr val="505050"/>
                </a:solidFill>
              </a:rPr>
              <a:t>(continued)</a:t>
            </a:r>
            <a:endParaRPr lang="en-US" sz="2400" dirty="0">
              <a:solidFill>
                <a:srgbClr val="505050"/>
              </a:solidFill>
            </a:endParaRPr>
          </a:p>
        </p:txBody>
      </p:sp>
      <p:sp>
        <p:nvSpPr>
          <p:cNvPr id="8" name="Content Placeholder 2"/>
          <p:cNvSpPr txBox="1">
            <a:spLocks/>
          </p:cNvSpPr>
          <p:nvPr/>
        </p:nvSpPr>
        <p:spPr>
          <a:xfrm>
            <a:off x="274321" y="1327091"/>
            <a:ext cx="6648994" cy="2159566"/>
          </a:xfrm>
          <a:prstGeom prst="rect">
            <a:avLst/>
          </a:prstGeom>
        </p:spPr>
        <p:txBody>
          <a:bodyPr vert="horz" wrap="square" lIns="146304" tIns="91440" rIns="146304" bIns="91440" rtlCol="0">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2600" kern="1200" spc="0" baseline="0">
                <a:gradFill>
                  <a:gsLst>
                    <a:gs pos="1250">
                      <a:schemeClr val="tx1"/>
                    </a:gs>
                    <a:gs pos="100000">
                      <a:schemeClr val="tx1"/>
                    </a:gs>
                  </a:gsLst>
                  <a:lin ang="5400000" scaled="0"/>
                </a:gradFill>
                <a:latin typeface="+mn-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0000"/>
              </a:lnSpc>
              <a:spcBef>
                <a:spcPts val="0"/>
              </a:spcBef>
              <a:spcAft>
                <a:spcPts val="1000"/>
              </a:spcAft>
              <a:buNone/>
            </a:pPr>
            <a:r>
              <a:rPr lang="en-US" sz="2400" dirty="0">
                <a:solidFill>
                  <a:srgbClr val="505050"/>
                </a:solidFill>
                <a:latin typeface="+mj-lt"/>
              </a:rPr>
              <a:t>In-Memory OLTP is a memory-optimized database engine integrated into the SQL Server engine, optimized for OLTP, that can significantly improve database application </a:t>
            </a:r>
            <a:r>
              <a:rPr lang="en-US" sz="2400" dirty="0" smtClean="0">
                <a:solidFill>
                  <a:srgbClr val="505050"/>
                </a:solidFill>
                <a:latin typeface="+mj-lt"/>
              </a:rPr>
              <a:t>performance</a:t>
            </a:r>
          </a:p>
          <a:p>
            <a:pPr marL="0" indent="0">
              <a:lnSpc>
                <a:spcPct val="100000"/>
              </a:lnSpc>
              <a:spcBef>
                <a:spcPts val="0"/>
              </a:spcBef>
              <a:spcAft>
                <a:spcPts val="1000"/>
              </a:spcAft>
              <a:buNone/>
            </a:pPr>
            <a:endParaRPr lang="en-US" sz="2400" dirty="0">
              <a:solidFill>
                <a:srgbClr val="505050"/>
              </a:solidFill>
              <a:latin typeface="+mj-lt"/>
            </a:endParaRPr>
          </a:p>
        </p:txBody>
      </p:sp>
      <p:sp>
        <p:nvSpPr>
          <p:cNvPr id="10" name="Rectangle 9"/>
          <p:cNvSpPr/>
          <p:nvPr/>
        </p:nvSpPr>
        <p:spPr>
          <a:xfrm>
            <a:off x="274320" y="3200284"/>
            <a:ext cx="6503851" cy="1333698"/>
          </a:xfrm>
          <a:prstGeom prst="rect">
            <a:avLst/>
          </a:prstGeom>
        </p:spPr>
        <p:txBody>
          <a:bodyPr wrap="square">
            <a:spAutoFit/>
          </a:bodyPr>
          <a:lstStyle/>
          <a:p>
            <a:pPr>
              <a:spcAft>
                <a:spcPts val="1000"/>
              </a:spcAft>
            </a:pPr>
            <a:r>
              <a:rPr lang="en-US" sz="2400" dirty="0">
                <a:solidFill>
                  <a:schemeClr val="bg2"/>
                </a:solidFill>
                <a:latin typeface="+mj-lt"/>
              </a:rPr>
              <a:t>Features of In-Memory OLTP include:</a:t>
            </a:r>
          </a:p>
          <a:p>
            <a:pPr marL="809271" lvl="2" indent="-342900">
              <a:spcAft>
                <a:spcPts val="1000"/>
              </a:spcAft>
            </a:pPr>
            <a:r>
              <a:rPr lang="en-US" sz="2000" dirty="0">
                <a:solidFill>
                  <a:srgbClr val="505050"/>
                </a:solidFill>
                <a:latin typeface="Segoe UI" panose="020B0502040204020203" pitchFamily="34" charset="0"/>
                <a:cs typeface="Segoe UI" panose="020B0502040204020203" pitchFamily="34" charset="0"/>
              </a:rPr>
              <a:t>Memory-optimized tables</a:t>
            </a:r>
          </a:p>
          <a:p>
            <a:pPr marL="809271" lvl="2" indent="-342900">
              <a:spcAft>
                <a:spcPts val="1000"/>
              </a:spcAft>
            </a:pPr>
            <a:r>
              <a:rPr lang="en-US" sz="2000" dirty="0">
                <a:solidFill>
                  <a:srgbClr val="505050"/>
                </a:solidFill>
                <a:latin typeface="Segoe UI" panose="020B0502040204020203" pitchFamily="34" charset="0"/>
                <a:cs typeface="Segoe UI" panose="020B0502040204020203" pitchFamily="34" charset="0"/>
              </a:rPr>
              <a:t>Natively compiled stored procedures</a:t>
            </a:r>
          </a:p>
        </p:txBody>
      </p:sp>
    </p:spTree>
    <p:extLst>
      <p:ext uri="{BB962C8B-B14F-4D97-AF65-F5344CB8AC3E}">
        <p14:creationId xmlns:p14="http://schemas.microsoft.com/office/powerpoint/2010/main" val="3458119883"/>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Why In-Memory OLTP</a:t>
            </a:r>
            <a:r>
              <a:rPr lang="en-US" sz="4800" dirty="0" smtClean="0">
                <a:solidFill>
                  <a:srgbClr val="505050"/>
                </a:solidFill>
              </a:rPr>
              <a:t>? </a:t>
            </a:r>
            <a:r>
              <a:rPr lang="en-US" sz="2400" dirty="0" smtClean="0">
                <a:solidFill>
                  <a:srgbClr val="505050"/>
                </a:solidFill>
              </a:rPr>
              <a:t>(continued)</a:t>
            </a:r>
            <a:endParaRPr lang="en-US" sz="2400" dirty="0">
              <a:solidFill>
                <a:srgbClr val="505050"/>
              </a:solidFill>
            </a:endParaRPr>
          </a:p>
        </p:txBody>
      </p:sp>
      <p:sp>
        <p:nvSpPr>
          <p:cNvPr id="9" name="Content Placeholder 2"/>
          <p:cNvSpPr>
            <a:spLocks noGrp="1"/>
          </p:cNvSpPr>
          <p:nvPr>
            <p:ph sz="quarter" idx="10"/>
          </p:nvPr>
        </p:nvSpPr>
        <p:spPr>
          <a:xfrm>
            <a:off x="274638" y="1327091"/>
            <a:ext cx="9351962" cy="4739759"/>
          </a:xfrm>
        </p:spPr>
        <p:txBody>
          <a:bodyPr/>
          <a:lstStyle/>
          <a:p>
            <a:pPr marL="0" indent="0">
              <a:lnSpc>
                <a:spcPct val="100000"/>
              </a:lnSpc>
              <a:spcBef>
                <a:spcPts val="1000"/>
              </a:spcBef>
              <a:buNone/>
            </a:pPr>
            <a:r>
              <a:rPr lang="en-US" sz="2400" dirty="0" smtClean="0">
                <a:solidFill>
                  <a:schemeClr val="bg2"/>
                </a:solidFill>
                <a:latin typeface="+mj-lt"/>
              </a:rPr>
              <a:t>Memory-optimized table</a:t>
            </a:r>
          </a:p>
          <a:p>
            <a:pPr marL="241300" lvl="1" indent="0">
              <a:lnSpc>
                <a:spcPct val="100000"/>
              </a:lnSpc>
              <a:spcBef>
                <a:spcPts val="1000"/>
              </a:spcBef>
              <a:buNone/>
            </a:pPr>
            <a:r>
              <a:rPr lang="en-US" sz="1800" dirty="0" smtClean="0">
                <a:solidFill>
                  <a:srgbClr val="505050"/>
                </a:solidFill>
              </a:rPr>
              <a:t>A memory-optimized table has one representation of itself in active memory, in addition to standard representation on hard drive</a:t>
            </a:r>
          </a:p>
          <a:p>
            <a:pPr marL="241300" lvl="1" indent="0">
              <a:lnSpc>
                <a:spcPct val="100000"/>
              </a:lnSpc>
              <a:spcBef>
                <a:spcPts val="1000"/>
              </a:spcBef>
              <a:buNone/>
            </a:pPr>
            <a:r>
              <a:rPr lang="en-US" sz="1800" dirty="0" smtClean="0">
                <a:solidFill>
                  <a:srgbClr val="505050"/>
                </a:solidFill>
              </a:rPr>
              <a:t>Business transactions against a table run faster because they directly interact with only representation in active memory</a:t>
            </a:r>
          </a:p>
          <a:p>
            <a:pPr marL="241300" lvl="1" indent="0">
              <a:lnSpc>
                <a:spcPct val="100000"/>
              </a:lnSpc>
              <a:spcBef>
                <a:spcPts val="1000"/>
              </a:spcBef>
              <a:buNone/>
            </a:pPr>
            <a:endParaRPr lang="en-US" sz="1800" dirty="0" smtClean="0">
              <a:solidFill>
                <a:srgbClr val="505050"/>
              </a:solidFill>
            </a:endParaRPr>
          </a:p>
          <a:p>
            <a:pPr marL="0" lvl="1" indent="0">
              <a:lnSpc>
                <a:spcPct val="100000"/>
              </a:lnSpc>
              <a:spcBef>
                <a:spcPts val="1000"/>
              </a:spcBef>
              <a:buNone/>
            </a:pPr>
            <a:r>
              <a:rPr lang="en-US" dirty="0" smtClean="0">
                <a:solidFill>
                  <a:schemeClr val="bg2"/>
                </a:solidFill>
                <a:latin typeface="+mj-lt"/>
              </a:rPr>
              <a:t>Natively compiled stored procedures</a:t>
            </a:r>
          </a:p>
          <a:p>
            <a:pPr marL="241300" lvl="1" indent="0">
              <a:lnSpc>
                <a:spcPct val="100000"/>
              </a:lnSpc>
              <a:spcBef>
                <a:spcPts val="1000"/>
              </a:spcBef>
              <a:buNone/>
            </a:pPr>
            <a:r>
              <a:rPr lang="en-US" sz="1800" dirty="0" smtClean="0">
                <a:solidFill>
                  <a:srgbClr val="505050"/>
                </a:solidFill>
              </a:rPr>
              <a:t>A natively compiled stored procedure is a SQL Server object that can access only memory-optimized data structures (memory-optimized tables, table variables, etc.)</a:t>
            </a:r>
          </a:p>
          <a:p>
            <a:pPr marL="241300" lvl="1" indent="0">
              <a:lnSpc>
                <a:spcPct val="100000"/>
              </a:lnSpc>
              <a:spcBef>
                <a:spcPts val="1000"/>
              </a:spcBef>
              <a:buNone/>
            </a:pPr>
            <a:r>
              <a:rPr lang="en-US" sz="1800" dirty="0" smtClean="0">
                <a:solidFill>
                  <a:srgbClr val="505050"/>
                </a:solidFill>
              </a:rPr>
              <a:t>Natively compiled stored procedures require fewer machine instructions during runtime than they would if they were created as traditional interpreted stored procedures</a:t>
            </a:r>
            <a:endParaRPr lang="en-US" sz="1800" dirty="0">
              <a:solidFill>
                <a:srgbClr val="505050"/>
              </a:solidFill>
            </a:endParaRPr>
          </a:p>
        </p:txBody>
      </p:sp>
    </p:spTree>
    <p:extLst>
      <p:ext uri="{BB962C8B-B14F-4D97-AF65-F5344CB8AC3E}">
        <p14:creationId xmlns:p14="http://schemas.microsoft.com/office/powerpoint/2010/main" val="3540217577"/>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Content Placeholder 4"/>
          <p:cNvSpPr>
            <a:spLocks noGrp="1"/>
          </p:cNvSpPr>
          <p:nvPr>
            <p:ph type="body" sz="quarter" idx="11"/>
          </p:nvPr>
        </p:nvSpPr>
        <p:spPr>
          <a:xfrm>
            <a:off x="274320" y="2062880"/>
            <a:ext cx="9110661" cy="4572000"/>
          </a:xfrm>
        </p:spPr>
        <p:txBody>
          <a:bodyPr>
            <a:noAutofit/>
          </a:bodyPr>
          <a:lstStyle/>
          <a:p>
            <a:pPr>
              <a:lnSpc>
                <a:spcPct val="100000"/>
              </a:lnSpc>
              <a:spcBef>
                <a:spcPts val="0"/>
              </a:spcBef>
              <a:spcAft>
                <a:spcPts val="1000"/>
              </a:spcAft>
            </a:pPr>
            <a:r>
              <a:rPr lang="en-US" sz="2400" dirty="0" smtClean="0">
                <a:solidFill>
                  <a:schemeClr val="bg2"/>
                </a:solidFill>
              </a:rPr>
              <a:t>Extreme </a:t>
            </a:r>
            <a:r>
              <a:rPr lang="en-US" sz="2400" dirty="0">
                <a:solidFill>
                  <a:schemeClr val="bg2"/>
                </a:solidFill>
              </a:rPr>
              <a:t>OLTP performance (up to </a:t>
            </a:r>
            <a:r>
              <a:rPr lang="en-US" sz="2400" dirty="0" smtClean="0">
                <a:solidFill>
                  <a:schemeClr val="bg2"/>
                </a:solidFill>
              </a:rPr>
              <a:t>30x) </a:t>
            </a:r>
            <a:r>
              <a:rPr lang="en-US" sz="2400" dirty="0">
                <a:solidFill>
                  <a:schemeClr val="bg2"/>
                </a:solidFill>
              </a:rPr>
              <a:t>due </a:t>
            </a:r>
            <a:r>
              <a:rPr lang="en-US" sz="2400" dirty="0" smtClean="0">
                <a:solidFill>
                  <a:schemeClr val="bg2"/>
                </a:solidFill>
              </a:rPr>
              <a:t>to two factors:</a:t>
            </a:r>
          </a:p>
          <a:p>
            <a:pPr lvl="2">
              <a:lnSpc>
                <a:spcPct val="100000"/>
              </a:lnSpc>
              <a:spcBef>
                <a:spcPts val="0"/>
              </a:spcBef>
              <a:spcAft>
                <a:spcPts val="1000"/>
              </a:spcAft>
            </a:pPr>
            <a:r>
              <a:rPr lang="en-US" sz="1800" dirty="0" smtClean="0">
                <a:solidFill>
                  <a:srgbClr val="505050"/>
                </a:solidFill>
                <a:latin typeface="Segoe UI" panose="020B0502040204020203" pitchFamily="34" charset="0"/>
                <a:cs typeface="Segoe UI" panose="020B0502040204020203" pitchFamily="34" charset="0"/>
              </a:rPr>
              <a:t>High scalability through </a:t>
            </a:r>
            <a:r>
              <a:rPr lang="en-US" sz="1800" dirty="0">
                <a:solidFill>
                  <a:srgbClr val="505050"/>
                </a:solidFill>
                <a:latin typeface="Segoe UI" panose="020B0502040204020203" pitchFamily="34" charset="0"/>
                <a:cs typeface="Segoe UI" panose="020B0502040204020203" pitchFamily="34" charset="0"/>
              </a:rPr>
              <a:t>lock- and latch-free architecture enables linear </a:t>
            </a:r>
            <a:r>
              <a:rPr lang="en-US" sz="1800" dirty="0" smtClean="0">
                <a:solidFill>
                  <a:srgbClr val="505050"/>
                </a:solidFill>
                <a:latin typeface="Segoe UI" panose="020B0502040204020203" pitchFamily="34" charset="0"/>
                <a:cs typeface="Segoe UI" panose="020B0502040204020203" pitchFamily="34" charset="0"/>
              </a:rPr>
              <a:t>scaling</a:t>
            </a:r>
          </a:p>
          <a:p>
            <a:pPr lvl="2">
              <a:lnSpc>
                <a:spcPct val="100000"/>
              </a:lnSpc>
              <a:spcBef>
                <a:spcPts val="0"/>
              </a:spcBef>
              <a:spcAft>
                <a:spcPts val="1000"/>
              </a:spcAft>
            </a:pPr>
            <a:r>
              <a:rPr lang="en-US" sz="1800" dirty="0" smtClean="0">
                <a:solidFill>
                  <a:srgbClr val="505050"/>
                </a:solidFill>
                <a:latin typeface="Segoe UI" panose="020B0502040204020203" pitchFamily="34" charset="0"/>
                <a:cs typeface="Segoe UI" panose="020B0502040204020203" pitchFamily="34" charset="0"/>
              </a:rPr>
              <a:t>Low latency through efficient </a:t>
            </a:r>
            <a:r>
              <a:rPr lang="en-US" sz="1800" dirty="0">
                <a:solidFill>
                  <a:srgbClr val="505050"/>
                </a:solidFill>
                <a:latin typeface="Segoe UI" panose="020B0502040204020203" pitchFamily="34" charset="0"/>
                <a:cs typeface="Segoe UI" panose="020B0502040204020203" pitchFamily="34" charset="0"/>
              </a:rPr>
              <a:t>data access and query processing: memory-optimized data structures and native </a:t>
            </a:r>
            <a:r>
              <a:rPr lang="en-US" sz="1800" dirty="0" smtClean="0">
                <a:solidFill>
                  <a:srgbClr val="505050"/>
                </a:solidFill>
                <a:latin typeface="Segoe UI" panose="020B0502040204020203" pitchFamily="34" charset="0"/>
                <a:cs typeface="Segoe UI" panose="020B0502040204020203" pitchFamily="34" charset="0"/>
              </a:rPr>
              <a:t>compilation</a:t>
            </a:r>
          </a:p>
          <a:p>
            <a:pPr lvl="1">
              <a:lnSpc>
                <a:spcPct val="100000"/>
              </a:lnSpc>
              <a:spcBef>
                <a:spcPts val="0"/>
              </a:spcBef>
              <a:spcAft>
                <a:spcPts val="1000"/>
              </a:spcAft>
            </a:pPr>
            <a:endParaRPr lang="en-US" sz="2400" dirty="0" smtClean="0">
              <a:solidFill>
                <a:srgbClr val="505050"/>
              </a:solidFill>
              <a:latin typeface="+mj-lt"/>
            </a:endParaRPr>
          </a:p>
          <a:p>
            <a:pPr>
              <a:lnSpc>
                <a:spcPct val="100000"/>
              </a:lnSpc>
              <a:spcBef>
                <a:spcPts val="0"/>
              </a:spcBef>
              <a:spcAft>
                <a:spcPts val="1000"/>
              </a:spcAft>
            </a:pPr>
            <a:r>
              <a:rPr lang="en-US" sz="2400" dirty="0" smtClean="0">
                <a:solidFill>
                  <a:schemeClr val="bg2"/>
                </a:solidFill>
              </a:rPr>
              <a:t>Integrated </a:t>
            </a:r>
            <a:r>
              <a:rPr lang="en-US" sz="2400" dirty="0">
                <a:solidFill>
                  <a:schemeClr val="bg2"/>
                </a:solidFill>
              </a:rPr>
              <a:t>into SQL Server for low </a:t>
            </a:r>
            <a:r>
              <a:rPr lang="en-US" sz="2400" dirty="0" smtClean="0">
                <a:solidFill>
                  <a:schemeClr val="bg2"/>
                </a:solidFill>
              </a:rPr>
              <a:t>total cost of ownership (TCO)</a:t>
            </a:r>
          </a:p>
          <a:p>
            <a:pPr lvl="2">
              <a:lnSpc>
                <a:spcPct val="100000"/>
              </a:lnSpc>
              <a:spcBef>
                <a:spcPts val="0"/>
              </a:spcBef>
              <a:spcAft>
                <a:spcPts val="1000"/>
              </a:spcAft>
            </a:pPr>
            <a:r>
              <a:rPr lang="en-US" sz="1800" dirty="0" smtClean="0">
                <a:solidFill>
                  <a:srgbClr val="505050"/>
                </a:solidFill>
                <a:latin typeface="Segoe UI" panose="020B0502040204020203" pitchFamily="34" charset="0"/>
                <a:cs typeface="Segoe UI" panose="020B0502040204020203" pitchFamily="34" charset="0"/>
              </a:rPr>
              <a:t>Part </a:t>
            </a:r>
            <a:r>
              <a:rPr lang="en-US" sz="1800" dirty="0">
                <a:solidFill>
                  <a:srgbClr val="505050"/>
                </a:solidFill>
                <a:latin typeface="Segoe UI" panose="020B0502040204020203" pitchFamily="34" charset="0"/>
                <a:cs typeface="Segoe UI" panose="020B0502040204020203" pitchFamily="34" charset="0"/>
              </a:rPr>
              <a:t>of Enterprise </a:t>
            </a:r>
            <a:r>
              <a:rPr lang="en-US" sz="1800" dirty="0" smtClean="0">
                <a:solidFill>
                  <a:srgbClr val="505050"/>
                </a:solidFill>
                <a:latin typeface="Segoe UI" panose="020B0502040204020203" pitchFamily="34" charset="0"/>
                <a:cs typeface="Segoe UI" panose="020B0502040204020203" pitchFamily="34" charset="0"/>
              </a:rPr>
              <a:t>Edition</a:t>
            </a:r>
          </a:p>
          <a:p>
            <a:pPr lvl="2">
              <a:lnSpc>
                <a:spcPct val="100000"/>
              </a:lnSpc>
              <a:spcBef>
                <a:spcPts val="0"/>
              </a:spcBef>
              <a:spcAft>
                <a:spcPts val="1000"/>
              </a:spcAft>
            </a:pPr>
            <a:r>
              <a:rPr lang="en-US" sz="1800" dirty="0" smtClean="0">
                <a:solidFill>
                  <a:srgbClr val="505050"/>
                </a:solidFill>
                <a:latin typeface="Segoe UI" panose="020B0502040204020203" pitchFamily="34" charset="0"/>
                <a:cs typeface="Segoe UI" panose="020B0502040204020203" pitchFamily="34" charset="0"/>
              </a:rPr>
              <a:t>Same databases </a:t>
            </a:r>
            <a:r>
              <a:rPr lang="en-US" sz="1800" dirty="0">
                <a:solidFill>
                  <a:srgbClr val="505050"/>
                </a:solidFill>
                <a:latin typeface="Segoe UI" panose="020B0502040204020203" pitchFamily="34" charset="0"/>
                <a:cs typeface="Segoe UI" panose="020B0502040204020203" pitchFamily="34" charset="0"/>
              </a:rPr>
              <a:t>can have in-memory and </a:t>
            </a:r>
            <a:r>
              <a:rPr lang="en-US" sz="1800" dirty="0" smtClean="0">
                <a:solidFill>
                  <a:srgbClr val="505050"/>
                </a:solidFill>
                <a:latin typeface="Segoe UI" panose="020B0502040204020203" pitchFamily="34" charset="0"/>
                <a:cs typeface="Segoe UI" panose="020B0502040204020203" pitchFamily="34" charset="0"/>
              </a:rPr>
              <a:t>on-disk</a:t>
            </a:r>
          </a:p>
          <a:p>
            <a:pPr lvl="2">
              <a:lnSpc>
                <a:spcPct val="100000"/>
              </a:lnSpc>
              <a:spcBef>
                <a:spcPts val="0"/>
              </a:spcBef>
              <a:spcAft>
                <a:spcPts val="1000"/>
              </a:spcAft>
            </a:pPr>
            <a:r>
              <a:rPr lang="en-US" sz="1800" dirty="0" smtClean="0">
                <a:solidFill>
                  <a:srgbClr val="505050"/>
                </a:solidFill>
                <a:latin typeface="Segoe UI" panose="020B0502040204020203" pitchFamily="34" charset="0"/>
                <a:cs typeface="Segoe UI" panose="020B0502040204020203" pitchFamily="34" charset="0"/>
              </a:rPr>
              <a:t>Integrated </a:t>
            </a:r>
            <a:r>
              <a:rPr lang="en-US" sz="1800" dirty="0">
                <a:solidFill>
                  <a:srgbClr val="505050"/>
                </a:solidFill>
                <a:latin typeface="Segoe UI" panose="020B0502040204020203" pitchFamily="34" charset="0"/>
                <a:cs typeface="Segoe UI" panose="020B0502040204020203" pitchFamily="34" charset="0"/>
              </a:rPr>
              <a:t>developer and DBA experience: same T-SQL, client stack, tooling, backup/restore, </a:t>
            </a:r>
            <a:r>
              <a:rPr lang="en-US" sz="1800" dirty="0" smtClean="0">
                <a:solidFill>
                  <a:srgbClr val="505050"/>
                </a:solidFill>
                <a:latin typeface="Segoe UI" panose="020B0502040204020203" pitchFamily="34" charset="0"/>
                <a:cs typeface="Segoe UI" panose="020B0502040204020203" pitchFamily="34" charset="0"/>
              </a:rPr>
              <a:t>AlwaysOn</a:t>
            </a:r>
            <a:endParaRPr lang="en-US" sz="1800" dirty="0">
              <a:solidFill>
                <a:srgbClr val="505050"/>
              </a:solidFill>
              <a:latin typeface="Segoe UI" panose="020B0502040204020203" pitchFamily="34" charset="0"/>
              <a:cs typeface="Segoe UI" panose="020B0502040204020203" pitchFamily="34" charset="0"/>
            </a:endParaRPr>
          </a:p>
        </p:txBody>
      </p:sp>
      <p:sp>
        <p:nvSpPr>
          <p:cNvPr id="4"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In-Memory OLTP value proposition</a:t>
            </a:r>
          </a:p>
        </p:txBody>
      </p:sp>
      <p:sp>
        <p:nvSpPr>
          <p:cNvPr id="10" name="Rectangle 9"/>
          <p:cNvSpPr/>
          <p:nvPr/>
        </p:nvSpPr>
        <p:spPr>
          <a:xfrm>
            <a:off x="274320" y="1371223"/>
            <a:ext cx="10467289" cy="461665"/>
          </a:xfrm>
          <a:prstGeom prst="rect">
            <a:avLst/>
          </a:prstGeom>
        </p:spPr>
        <p:txBody>
          <a:bodyPr wrap="none">
            <a:spAutoFit/>
          </a:bodyPr>
          <a:lstStyle/>
          <a:p>
            <a:r>
              <a:rPr lang="en-US" sz="2400" dirty="0">
                <a:solidFill>
                  <a:schemeClr val="bg2"/>
                </a:solidFill>
                <a:latin typeface="+mj-lt"/>
              </a:rPr>
              <a:t>Target scenarios: OLTP apps with high throughput and low-latency requirements</a:t>
            </a:r>
          </a:p>
        </p:txBody>
      </p:sp>
    </p:spTree>
    <p:extLst>
      <p:ext uri="{BB962C8B-B14F-4D97-AF65-F5344CB8AC3E}">
        <p14:creationId xmlns:p14="http://schemas.microsoft.com/office/powerpoint/2010/main" val="407017974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p:cNvSpPr txBox="1"/>
          <p:nvPr/>
        </p:nvSpPr>
        <p:spPr>
          <a:xfrm>
            <a:off x="493284" y="1528353"/>
            <a:ext cx="5595618" cy="3797791"/>
          </a:xfrm>
          <a:prstGeom prst="rect">
            <a:avLst/>
          </a:prstGeom>
          <a:solidFill>
            <a:schemeClr val="bg1">
              <a:lumMod val="20000"/>
              <a:lumOff val="80000"/>
            </a:schemeClr>
          </a:solidFill>
          <a:ln w="63500">
            <a:solidFill>
              <a:schemeClr val="bg2"/>
            </a:solidFill>
            <a:miter lim="800000"/>
          </a:ln>
        </p:spPr>
        <p:txBody>
          <a:bodyPr wrap="square" lIns="274320" tIns="0" rIns="186521" bIns="0" rtlCol="0" anchor="ctr" anchorCtr="0">
            <a:noAutofit/>
          </a:bodyPr>
          <a:lstStyle>
            <a:defPPr>
              <a:defRPr lang="en-US"/>
            </a:defPPr>
            <a:lvl1pPr>
              <a:defRPr sz="2000">
                <a:solidFill>
                  <a:schemeClr val="tx1">
                    <a:lumMod val="90000"/>
                    <a:lumOff val="10000"/>
                  </a:schemeClr>
                </a:solidFill>
                <a:latin typeface="Consolas" panose="020B0609020204030204" pitchFamily="49" charset="0"/>
                <a:cs typeface="Consolas" panose="020B0609020204030204" pitchFamily="49" charset="0"/>
              </a:defRPr>
            </a:lvl1pPr>
            <a:lvl2pPr lvl="1">
              <a:defRPr sz="1800">
                <a:solidFill>
                  <a:schemeClr val="tx1">
                    <a:lumMod val="90000"/>
                    <a:lumOff val="10000"/>
                  </a:schemeClr>
                </a:solidFill>
                <a:latin typeface="Consolas" panose="020B0609020204030204" pitchFamily="49" charset="0"/>
                <a:cs typeface="Consolas" panose="020B0609020204030204" pitchFamily="49" charset="0"/>
              </a:defRPr>
            </a:lvl2pPr>
          </a:lstStyle>
          <a:p>
            <a:r>
              <a:rPr lang="en-US" sz="1800" dirty="0">
                <a:solidFill>
                  <a:schemeClr val="bg1"/>
                </a:solidFill>
              </a:rPr>
              <a:t>ALTER TABLE </a:t>
            </a:r>
            <a:r>
              <a:rPr lang="en-US" sz="1800" dirty="0" smtClean="0">
                <a:solidFill>
                  <a:schemeClr val="bg1"/>
                </a:solidFill>
              </a:rPr>
              <a:t>Sales.SalesOrderDetail</a:t>
            </a:r>
          </a:p>
          <a:p>
            <a:r>
              <a:rPr lang="en-US" sz="1800" dirty="0" smtClean="0">
                <a:solidFill>
                  <a:schemeClr val="bg1"/>
                </a:solidFill>
              </a:rPr>
              <a:t>   ALTER </a:t>
            </a:r>
            <a:r>
              <a:rPr lang="en-US" sz="1800" dirty="0">
                <a:solidFill>
                  <a:schemeClr val="bg1"/>
                </a:solidFill>
              </a:rPr>
              <a:t>INDEX </a:t>
            </a:r>
            <a:r>
              <a:rPr lang="en-US" sz="1800" dirty="0" smtClean="0">
                <a:solidFill>
                  <a:schemeClr val="bg1"/>
                </a:solidFill>
              </a:rPr>
              <a:t>PK_SalesOrderID</a:t>
            </a:r>
            <a:endParaRPr lang="en-US" sz="1800" dirty="0">
              <a:solidFill>
                <a:schemeClr val="bg1"/>
              </a:solidFill>
            </a:endParaRPr>
          </a:p>
          <a:p>
            <a:r>
              <a:rPr lang="en-US" sz="1800" dirty="0" smtClean="0">
                <a:solidFill>
                  <a:schemeClr val="bg1"/>
                </a:solidFill>
              </a:rPr>
              <a:t>   REBUILD </a:t>
            </a:r>
          </a:p>
          <a:p>
            <a:r>
              <a:rPr lang="en-US" sz="1800" dirty="0">
                <a:solidFill>
                  <a:schemeClr val="bg1"/>
                </a:solidFill>
              </a:rPr>
              <a:t> </a:t>
            </a:r>
            <a:r>
              <a:rPr lang="en-US" sz="1800" dirty="0" smtClean="0">
                <a:solidFill>
                  <a:schemeClr val="bg1"/>
                </a:solidFill>
              </a:rPr>
              <a:t>     WITH </a:t>
            </a:r>
            <a:r>
              <a:rPr lang="en-US" sz="1800" dirty="0">
                <a:solidFill>
                  <a:schemeClr val="bg1"/>
                </a:solidFill>
              </a:rPr>
              <a:t>(BUCKET_COUNT=100000000</a:t>
            </a:r>
            <a:r>
              <a:rPr lang="en-US" sz="1800" dirty="0" smtClean="0">
                <a:solidFill>
                  <a:schemeClr val="bg1"/>
                </a:solidFill>
              </a:rPr>
              <a:t>)</a:t>
            </a:r>
          </a:p>
          <a:p>
            <a:endParaRPr lang="en-US" sz="1800" dirty="0">
              <a:solidFill>
                <a:schemeClr val="bg1"/>
              </a:solidFill>
            </a:endParaRPr>
          </a:p>
          <a:p>
            <a:r>
              <a:rPr lang="en-US" sz="1800" dirty="0">
                <a:solidFill>
                  <a:schemeClr val="bg1"/>
                </a:solidFill>
              </a:rPr>
              <a:t>T-SQL surface area: New</a:t>
            </a:r>
          </a:p>
          <a:p>
            <a:endParaRPr lang="en-US" sz="1800" dirty="0">
              <a:solidFill>
                <a:schemeClr val="bg1"/>
              </a:solidFill>
            </a:endParaRPr>
          </a:p>
          <a:p>
            <a:pPr lvl="1"/>
            <a:r>
              <a:rPr lang="en-US" dirty="0">
                <a:solidFill>
                  <a:schemeClr val="bg1"/>
                </a:solidFill>
              </a:rPr>
              <a:t>{LEFT|RIGHT} OUTER JOIN</a:t>
            </a:r>
          </a:p>
          <a:p>
            <a:pPr lvl="1"/>
            <a:r>
              <a:rPr lang="en-US" dirty="0">
                <a:solidFill>
                  <a:schemeClr val="bg1"/>
                </a:solidFill>
              </a:rPr>
              <a:t>Disjunction (OR, NOT)</a:t>
            </a:r>
          </a:p>
          <a:p>
            <a:pPr lvl="1"/>
            <a:r>
              <a:rPr lang="en-US" dirty="0">
                <a:solidFill>
                  <a:schemeClr val="bg1"/>
                </a:solidFill>
              </a:rPr>
              <a:t>UNION [ALL]</a:t>
            </a:r>
          </a:p>
          <a:p>
            <a:pPr lvl="1"/>
            <a:r>
              <a:rPr lang="en-US" dirty="0">
                <a:solidFill>
                  <a:schemeClr val="bg1"/>
                </a:solidFill>
              </a:rPr>
              <a:t>SELECT DISTINCT</a:t>
            </a:r>
          </a:p>
          <a:p>
            <a:pPr lvl="1"/>
            <a:r>
              <a:rPr lang="en-US" dirty="0">
                <a:solidFill>
                  <a:schemeClr val="bg1"/>
                </a:solidFill>
              </a:rPr>
              <a:t>Subqueries (EXISTS, IN, scalar</a:t>
            </a:r>
            <a:r>
              <a:rPr lang="en-US" dirty="0" smtClean="0">
                <a:solidFill>
                  <a:schemeClr val="bg1"/>
                </a:solidFill>
              </a:rPr>
              <a:t>)</a:t>
            </a:r>
            <a:endParaRPr lang="en-US" dirty="0">
              <a:solidFill>
                <a:schemeClr val="bg1"/>
              </a:solidFill>
            </a:endParaRPr>
          </a:p>
        </p:txBody>
      </p:sp>
      <p:sp>
        <p:nvSpPr>
          <p:cNvPr id="7" name="Rectangle 6"/>
          <p:cNvSpPr/>
          <p:nvPr/>
        </p:nvSpPr>
        <p:spPr>
          <a:xfrm>
            <a:off x="6311242" y="1379180"/>
            <a:ext cx="5983921" cy="5216813"/>
          </a:xfrm>
          <a:prstGeom prst="rect">
            <a:avLst/>
          </a:prstGeom>
        </p:spPr>
        <p:txBody>
          <a:bodyPr wrap="square">
            <a:spAutoFit/>
          </a:bodyPr>
          <a:lstStyle/>
          <a:p>
            <a:pPr>
              <a:spcAft>
                <a:spcPts val="1500"/>
              </a:spcAft>
            </a:pPr>
            <a:r>
              <a:rPr lang="en-US" sz="2400" dirty="0">
                <a:solidFill>
                  <a:schemeClr val="bg2"/>
                </a:solidFill>
                <a:latin typeface="Segoe UI Light" panose="020B0502040204020203" pitchFamily="34" charset="0"/>
                <a:ea typeface="Times New Roman" panose="02020603050405020304" pitchFamily="18" charset="0"/>
                <a:cs typeface="Segoe UI Light" panose="020B0502040204020203" pitchFamily="34" charset="0"/>
              </a:rPr>
              <a:t>Better T-SQL coverage, </a:t>
            </a:r>
            <a:r>
              <a:rPr lang="en-US" sz="2400" dirty="0" smtClean="0">
                <a:solidFill>
                  <a:schemeClr val="bg2"/>
                </a:solidFill>
                <a:latin typeface="Segoe UI Light" panose="020B0502040204020203" pitchFamily="34" charset="0"/>
                <a:ea typeface="Times New Roman" panose="02020603050405020304" pitchFamily="18" charset="0"/>
                <a:cs typeface="Segoe UI Light" panose="020B0502040204020203" pitchFamily="34" charset="0"/>
              </a:rPr>
              <a:t>including:</a:t>
            </a:r>
          </a:p>
          <a:p>
            <a:pPr lvl="1">
              <a:spcAft>
                <a:spcPts val="1500"/>
              </a:spcAft>
            </a:pP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Full collations support in native modules</a:t>
            </a:r>
          </a:p>
          <a:p>
            <a:pPr lvl="1">
              <a:spcAft>
                <a:spcPts val="1500"/>
              </a:spcAft>
            </a:pP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Query </a:t>
            </a:r>
            <a:r>
              <a:rPr lang="en-US" sz="1600" dirty="0">
                <a:solidFill>
                  <a:srgbClr val="505050"/>
                </a:solidFill>
                <a:latin typeface="Segoe UI" panose="020B0502040204020203" pitchFamily="34" charset="0"/>
                <a:ea typeface="Times New Roman" panose="02020603050405020304" pitchFamily="18" charset="0"/>
                <a:cs typeface="Segoe UI" panose="020B0502040204020203" pitchFamily="34" charset="0"/>
              </a:rPr>
              <a:t>surface-area improvements</a:t>
            </a:r>
          </a:p>
          <a:p>
            <a:pPr lvl="1">
              <a:spcAft>
                <a:spcPts val="1500"/>
              </a:spcAft>
            </a:pP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Nested stored procedures (EXECUTE)</a:t>
            </a:r>
            <a:endParaRPr lang="en-US" sz="1600" dirty="0">
              <a:solidFill>
                <a:srgbClr val="505050"/>
              </a:solidFill>
              <a:latin typeface="Segoe UI" panose="020B0502040204020203" pitchFamily="34" charset="0"/>
              <a:ea typeface="Times New Roman" panose="02020603050405020304" pitchFamily="18" charset="0"/>
              <a:cs typeface="Segoe UI" panose="020B0502040204020203" pitchFamily="34" charset="0"/>
            </a:endParaRPr>
          </a:p>
          <a:p>
            <a:pPr lvl="1">
              <a:spcAft>
                <a:spcPts val="1500"/>
              </a:spcAft>
            </a:pP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Natively compiled </a:t>
            </a:r>
            <a:r>
              <a:rPr lang="en-US" sz="1600" dirty="0">
                <a:solidFill>
                  <a:srgbClr val="505050"/>
                </a:solidFill>
                <a:latin typeface="Segoe UI" panose="020B0502040204020203" pitchFamily="34" charset="0"/>
                <a:ea typeface="Times New Roman" panose="02020603050405020304" pitchFamily="18" charset="0"/>
                <a:cs typeface="Segoe UI" panose="020B0502040204020203" pitchFamily="34" charset="0"/>
              </a:rPr>
              <a:t>s</a:t>
            </a: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calar </a:t>
            </a:r>
            <a:r>
              <a:rPr lang="en-US" sz="1600" dirty="0">
                <a:solidFill>
                  <a:srgbClr val="505050"/>
                </a:solidFill>
                <a:latin typeface="Segoe UI" panose="020B0502040204020203" pitchFamily="34" charset="0"/>
                <a:ea typeface="Times New Roman" panose="02020603050405020304" pitchFamily="18" charset="0"/>
                <a:cs typeface="Segoe UI" panose="020B0502040204020203" pitchFamily="34" charset="0"/>
              </a:rPr>
              <a:t>user-defined </a:t>
            </a: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functions</a:t>
            </a:r>
          </a:p>
          <a:p>
            <a:pPr lvl="1">
              <a:spcAft>
                <a:spcPts val="1500"/>
              </a:spcAft>
            </a:pP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Query Store support</a:t>
            </a:r>
            <a:endParaRPr lang="en-US" dirty="0">
              <a:solidFill>
                <a:srgbClr val="505050"/>
              </a:solidFill>
              <a:latin typeface="Segoe UI" panose="020B0502040204020203" pitchFamily="34" charset="0"/>
              <a:ea typeface="Times New Roman" panose="02020603050405020304" pitchFamily="18" charset="0"/>
              <a:cs typeface="Segoe UI" panose="020B0502040204020203" pitchFamily="34" charset="0"/>
            </a:endParaRPr>
          </a:p>
          <a:p>
            <a:pPr marR="0">
              <a:spcAft>
                <a:spcPts val="1500"/>
              </a:spcAft>
            </a:pPr>
            <a:r>
              <a:rPr lang="en-US" sz="2400" dirty="0" smtClean="0">
                <a:solidFill>
                  <a:schemeClr val="bg2"/>
                </a:solidFill>
                <a:latin typeface="Segoe UI Light" panose="020B0502040204020203" pitchFamily="34" charset="0"/>
                <a:ea typeface="Times New Roman" panose="02020603050405020304" pitchFamily="18" charset="0"/>
                <a:cs typeface="Segoe UI Light" panose="020B0502040204020203" pitchFamily="34" charset="0"/>
              </a:rPr>
              <a:t>Other improvements:</a:t>
            </a:r>
          </a:p>
          <a:p>
            <a:pPr lvl="1">
              <a:spcAft>
                <a:spcPts val="1500"/>
              </a:spcAft>
            </a:pP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Full </a:t>
            </a:r>
            <a:r>
              <a:rPr lang="en-US" sz="1600" dirty="0">
                <a:solidFill>
                  <a:srgbClr val="505050"/>
                </a:solidFill>
                <a:latin typeface="Segoe UI" panose="020B0502040204020203" pitchFamily="34" charset="0"/>
                <a:ea typeface="Times New Roman" panose="02020603050405020304" pitchFamily="18" charset="0"/>
                <a:cs typeface="Segoe UI" panose="020B0502040204020203" pitchFamily="34" charset="0"/>
              </a:rPr>
              <a:t>schema change support: </a:t>
            </a: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add/alter/drop column/constraint</a:t>
            </a:r>
          </a:p>
          <a:p>
            <a:pPr lvl="1">
              <a:spcAft>
                <a:spcPts val="1500"/>
              </a:spcAft>
            </a:pP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Increased size allowed for durable tables</a:t>
            </a:r>
            <a:endParaRPr lang="en-US" sz="1600" dirty="0">
              <a:solidFill>
                <a:srgbClr val="505050"/>
              </a:solidFill>
              <a:latin typeface="Segoe UI" panose="020B0502040204020203" pitchFamily="34" charset="0"/>
              <a:ea typeface="Times New Roman" panose="02020603050405020304" pitchFamily="18" charset="0"/>
              <a:cs typeface="Segoe UI" panose="020B0502040204020203" pitchFamily="34" charset="0"/>
            </a:endParaRPr>
          </a:p>
          <a:p>
            <a:pPr lvl="1">
              <a:spcAft>
                <a:spcPts val="1500"/>
              </a:spcAft>
            </a:pP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ALTER TABLE support</a:t>
            </a:r>
            <a:endParaRPr lang="en-US" sz="1600" dirty="0">
              <a:solidFill>
                <a:srgbClr val="505050"/>
              </a:solidFill>
              <a:latin typeface="Segoe UI" panose="020B0502040204020203" pitchFamily="34" charset="0"/>
              <a:ea typeface="Times New Roman" panose="02020603050405020304" pitchFamily="18" charset="0"/>
              <a:cs typeface="Segoe UI" panose="020B0502040204020203" pitchFamily="34" charset="0"/>
            </a:endParaRPr>
          </a:p>
          <a:p>
            <a:pPr lvl="1">
              <a:spcAft>
                <a:spcPts val="1500"/>
              </a:spcAft>
            </a:pPr>
            <a:r>
              <a:rPr lang="en-US" sz="1600" dirty="0" smtClean="0">
                <a:solidFill>
                  <a:srgbClr val="505050"/>
                </a:solidFill>
                <a:effectLst/>
                <a:latin typeface="Segoe UI" panose="020B0502040204020203" pitchFamily="34" charset="0"/>
                <a:ea typeface="Times New Roman" panose="02020603050405020304" pitchFamily="18" charset="0"/>
                <a:cs typeface="Segoe UI" panose="020B0502040204020203" pitchFamily="34" charset="0"/>
              </a:rPr>
              <a:t>Multiple </a:t>
            </a: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A</a:t>
            </a:r>
            <a:r>
              <a:rPr lang="en-US" sz="1600" dirty="0" smtClean="0">
                <a:solidFill>
                  <a:srgbClr val="505050"/>
                </a:solidFill>
                <a:effectLst/>
                <a:latin typeface="Segoe UI" panose="020B0502040204020203" pitchFamily="34" charset="0"/>
                <a:ea typeface="Times New Roman" panose="02020603050405020304" pitchFamily="18" charset="0"/>
                <a:cs typeface="Segoe UI" panose="020B0502040204020203" pitchFamily="34" charset="0"/>
              </a:rPr>
              <a:t>ctive </a:t>
            </a: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R</a:t>
            </a:r>
            <a:r>
              <a:rPr lang="en-US" sz="1600" dirty="0" smtClean="0">
                <a:solidFill>
                  <a:srgbClr val="505050"/>
                </a:solidFill>
                <a:effectLst/>
                <a:latin typeface="Segoe UI" panose="020B0502040204020203" pitchFamily="34" charset="0"/>
                <a:ea typeface="Times New Roman" panose="02020603050405020304" pitchFamily="18" charset="0"/>
                <a:cs typeface="Segoe UI" panose="020B0502040204020203" pitchFamily="34" charset="0"/>
              </a:rPr>
              <a:t>esults </a:t>
            </a:r>
            <a:r>
              <a:rPr lang="en-US" sz="1600" dirty="0" smtClean="0">
                <a:solidFill>
                  <a:srgbClr val="505050"/>
                </a:solidFill>
                <a:latin typeface="Segoe UI" panose="020B0502040204020203" pitchFamily="34" charset="0"/>
                <a:ea typeface="Times New Roman" panose="02020603050405020304" pitchFamily="18" charset="0"/>
                <a:cs typeface="Segoe UI" panose="020B0502040204020203" pitchFamily="34" charset="0"/>
              </a:rPr>
              <a:t>S</a:t>
            </a:r>
            <a:r>
              <a:rPr lang="en-US" sz="1600" dirty="0" smtClean="0">
                <a:solidFill>
                  <a:srgbClr val="505050"/>
                </a:solidFill>
                <a:effectLst/>
                <a:latin typeface="Segoe UI" panose="020B0502040204020203" pitchFamily="34" charset="0"/>
                <a:ea typeface="Times New Roman" panose="02020603050405020304" pitchFamily="18" charset="0"/>
                <a:cs typeface="Segoe UI" panose="020B0502040204020203" pitchFamily="34" charset="0"/>
              </a:rPr>
              <a:t>ets (MARS) support</a:t>
            </a:r>
            <a:endParaRPr lang="en-US" dirty="0" smtClean="0">
              <a:solidFill>
                <a:srgbClr val="505050"/>
              </a:solidFill>
              <a:effectLst/>
              <a:latin typeface="Segoe UI" panose="020B0502040204020203" pitchFamily="34" charset="0"/>
              <a:ea typeface="Times New Roman" panose="02020603050405020304" pitchFamily="18" charset="0"/>
              <a:cs typeface="Segoe UI" panose="020B0502040204020203" pitchFamily="34" charset="0"/>
            </a:endParaRPr>
          </a:p>
        </p:txBody>
      </p:sp>
      <p:sp>
        <p:nvSpPr>
          <p:cNvPr id="8"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In-Memory OLTP </a:t>
            </a:r>
            <a:r>
              <a:rPr lang="en-US" sz="4800" dirty="0" smtClean="0">
                <a:solidFill>
                  <a:srgbClr val="505050"/>
                </a:solidFill>
              </a:rPr>
              <a:t>enhancements</a:t>
            </a:r>
            <a:endParaRPr lang="en-US" sz="4800" dirty="0">
              <a:solidFill>
                <a:srgbClr val="505050"/>
              </a:solidFill>
            </a:endParaRPr>
          </a:p>
        </p:txBody>
      </p:sp>
    </p:spTree>
    <p:extLst>
      <p:ext uri="{BB962C8B-B14F-4D97-AF65-F5344CB8AC3E}">
        <p14:creationId xmlns:p14="http://schemas.microsoft.com/office/powerpoint/2010/main" val="2302889889"/>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74638" y="2016332"/>
            <a:ext cx="6951662" cy="1831975"/>
          </a:xfrm>
          <a:prstGeom prst="rect">
            <a:avLst/>
          </a:prstGeom>
          <a:noFill/>
        </p:spPr>
        <p:txBody>
          <a:bodyPr vert="horz" wrap="square" lIns="146304" tIns="91440" rIns="146304" bIns="91440" rtlCol="0" anchor="t" anchorCtr="0">
            <a:noAutofit/>
          </a:bodyPr>
          <a:lstStyle>
            <a:lvl1pPr algn="l" defTabSz="932742" rtl="0" eaLnBrk="1" latinLnBrk="0" hangingPunct="1">
              <a:lnSpc>
                <a:spcPct val="90000"/>
              </a:lnSpc>
              <a:spcBef>
                <a:spcPct val="0"/>
              </a:spcBef>
              <a:buNone/>
              <a:defRPr lang="en-US" sz="8800" b="0" kern="1200" cap="none" spc="-100" baseline="0">
                <a:ln w="3175">
                  <a:noFill/>
                </a:ln>
                <a:gradFill>
                  <a:gsLst>
                    <a:gs pos="100000">
                      <a:schemeClr val="tx1"/>
                    </a:gs>
                    <a:gs pos="0">
                      <a:schemeClr val="tx1"/>
                    </a:gs>
                  </a:gsLst>
                  <a:lin ang="5400000" scaled="0"/>
                </a:gradFill>
                <a:effectLst/>
                <a:latin typeface="+mj-lt"/>
                <a:ea typeface="+mn-ea"/>
                <a:cs typeface="Segoe UI" pitchFamily="34" charset="0"/>
              </a:defRPr>
            </a:lvl1pPr>
          </a:lstStyle>
          <a:p>
            <a:r>
              <a:rPr lang="en-US" sz="7200" dirty="0"/>
              <a:t>Enhancements to In-Memory OLTP</a:t>
            </a:r>
          </a:p>
        </p:txBody>
      </p:sp>
    </p:spTree>
    <p:extLst>
      <p:ext uri="{BB962C8B-B14F-4D97-AF65-F5344CB8AC3E}">
        <p14:creationId xmlns:p14="http://schemas.microsoft.com/office/powerpoint/2010/main" val="43992623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p:cNvSpPr txBox="1"/>
          <p:nvPr/>
        </p:nvSpPr>
        <p:spPr>
          <a:xfrm>
            <a:off x="493285" y="1528353"/>
            <a:ext cx="3024616" cy="5050247"/>
          </a:xfrm>
          <a:prstGeom prst="rect">
            <a:avLst/>
          </a:prstGeom>
          <a:solidFill>
            <a:schemeClr val="bg1">
              <a:lumMod val="20000"/>
              <a:lumOff val="80000"/>
            </a:schemeClr>
          </a:solidFill>
          <a:ln w="63500">
            <a:solidFill>
              <a:schemeClr val="bg2"/>
            </a:solidFill>
            <a:miter lim="800000"/>
          </a:ln>
        </p:spPr>
        <p:txBody>
          <a:bodyPr wrap="square" lIns="186521" tIns="149217" rIns="186521" bIns="149217" rtlCol="0" anchor="t" anchorCtr="0">
            <a:noAutofit/>
          </a:bodyPr>
          <a:lstStyle>
            <a:defPPr>
              <a:defRPr lang="en-US"/>
            </a:defPPr>
            <a:lvl1pPr>
              <a:defRPr sz="2000">
                <a:solidFill>
                  <a:schemeClr val="tx1">
                    <a:lumMod val="90000"/>
                    <a:lumOff val="10000"/>
                  </a:schemeClr>
                </a:solidFill>
                <a:latin typeface="Consolas" panose="020B0609020204030204" pitchFamily="49" charset="0"/>
                <a:cs typeface="Consolas" panose="020B0609020204030204" pitchFamily="49" charset="0"/>
              </a:defRPr>
            </a:lvl1pPr>
            <a:lvl2pPr lvl="1">
              <a:defRPr sz="1800">
                <a:solidFill>
                  <a:schemeClr val="tx1">
                    <a:lumMod val="90000"/>
                    <a:lumOff val="10000"/>
                  </a:schemeClr>
                </a:solidFill>
                <a:latin typeface="Consolas" panose="020B0609020204030204" pitchFamily="49" charset="0"/>
                <a:cs typeface="Consolas" panose="020B0609020204030204" pitchFamily="49" charset="0"/>
              </a:defRPr>
            </a:lvl2pPr>
          </a:lstStyle>
          <a:p>
            <a:r>
              <a:rPr lang="en-US" sz="1000" dirty="0">
                <a:solidFill>
                  <a:schemeClr val="bg1"/>
                </a:solidFill>
              </a:rPr>
              <a:t>| ADD </a:t>
            </a:r>
          </a:p>
          <a:p>
            <a:r>
              <a:rPr lang="en-US" sz="1000" dirty="0">
                <a:solidFill>
                  <a:schemeClr val="bg1"/>
                </a:solidFill>
              </a:rPr>
              <a:t>    { </a:t>
            </a:r>
          </a:p>
          <a:p>
            <a:r>
              <a:rPr lang="en-US" sz="1000" dirty="0">
                <a:solidFill>
                  <a:schemeClr val="bg1"/>
                </a:solidFill>
              </a:rPr>
              <a:t>        &lt;column_definition&gt;</a:t>
            </a:r>
          </a:p>
          <a:p>
            <a:r>
              <a:rPr lang="en-US" sz="1000" dirty="0">
                <a:solidFill>
                  <a:schemeClr val="bg1"/>
                </a:solidFill>
              </a:rPr>
              <a:t>      | &lt;table_constraint&gt;</a:t>
            </a:r>
          </a:p>
          <a:p>
            <a:r>
              <a:rPr lang="en-US" sz="1000" dirty="0">
                <a:solidFill>
                  <a:schemeClr val="bg1"/>
                </a:solidFill>
              </a:rPr>
              <a:t>      | &lt;table_index&gt;  </a:t>
            </a:r>
          </a:p>
          <a:p>
            <a:r>
              <a:rPr lang="en-US" sz="1000" dirty="0">
                <a:solidFill>
                  <a:schemeClr val="bg1"/>
                </a:solidFill>
              </a:rPr>
              <a:t>    } [ ,...n ]</a:t>
            </a:r>
          </a:p>
          <a:p>
            <a:endParaRPr lang="en-US" sz="1000" dirty="0">
              <a:solidFill>
                <a:schemeClr val="bg1"/>
              </a:solidFill>
            </a:endParaRPr>
          </a:p>
          <a:p>
            <a:r>
              <a:rPr lang="en-US" sz="1000" dirty="0">
                <a:solidFill>
                  <a:schemeClr val="bg1"/>
                </a:solidFill>
              </a:rPr>
              <a:t>| DROP </a:t>
            </a:r>
          </a:p>
          <a:p>
            <a:r>
              <a:rPr lang="en-US" sz="1000" dirty="0">
                <a:solidFill>
                  <a:schemeClr val="bg1"/>
                </a:solidFill>
              </a:rPr>
              <a:t>     {</a:t>
            </a:r>
          </a:p>
          <a:p>
            <a:r>
              <a:rPr lang="en-US" sz="1000" dirty="0">
                <a:solidFill>
                  <a:schemeClr val="bg1"/>
                </a:solidFill>
              </a:rPr>
              <a:t>         [ CONSTRAINT ] </a:t>
            </a:r>
          </a:p>
          <a:p>
            <a:r>
              <a:rPr lang="en-US" sz="1000" dirty="0">
                <a:solidFill>
                  <a:schemeClr val="bg1"/>
                </a:solidFill>
              </a:rPr>
              <a:t>         { </a:t>
            </a:r>
          </a:p>
          <a:p>
            <a:r>
              <a:rPr lang="en-US" sz="1000" dirty="0">
                <a:solidFill>
                  <a:schemeClr val="bg1"/>
                </a:solidFill>
              </a:rPr>
              <a:t>              constraint_name </a:t>
            </a:r>
          </a:p>
          <a:p>
            <a:r>
              <a:rPr lang="en-US" sz="1000" dirty="0">
                <a:solidFill>
                  <a:schemeClr val="bg1"/>
                </a:solidFill>
              </a:rPr>
              <a:t>          } [ ,...n ]</a:t>
            </a:r>
          </a:p>
          <a:p>
            <a:r>
              <a:rPr lang="en-US" sz="1000" dirty="0">
                <a:solidFill>
                  <a:schemeClr val="bg1"/>
                </a:solidFill>
              </a:rPr>
              <a:t>          | COLUMN </a:t>
            </a:r>
          </a:p>
          <a:p>
            <a:r>
              <a:rPr lang="en-US" sz="1000" dirty="0">
                <a:solidFill>
                  <a:schemeClr val="bg1"/>
                </a:solidFill>
              </a:rPr>
              <a:t>          {</a:t>
            </a:r>
          </a:p>
          <a:p>
            <a:r>
              <a:rPr lang="en-US" sz="1000" dirty="0">
                <a:solidFill>
                  <a:schemeClr val="bg1"/>
                </a:solidFill>
              </a:rPr>
              <a:t>              column_name </a:t>
            </a:r>
          </a:p>
          <a:p>
            <a:r>
              <a:rPr lang="en-US" sz="1000" dirty="0">
                <a:solidFill>
                  <a:schemeClr val="bg1"/>
                </a:solidFill>
              </a:rPr>
              <a:t>          } [ ,...n ]</a:t>
            </a:r>
          </a:p>
          <a:p>
            <a:r>
              <a:rPr lang="en-US" sz="1000" dirty="0">
                <a:solidFill>
                  <a:schemeClr val="bg1"/>
                </a:solidFill>
              </a:rPr>
              <a:t>          | INDEX </a:t>
            </a:r>
          </a:p>
          <a:p>
            <a:r>
              <a:rPr lang="en-US" sz="1000" dirty="0">
                <a:solidFill>
                  <a:schemeClr val="bg1"/>
                </a:solidFill>
              </a:rPr>
              <a:t>          {</a:t>
            </a:r>
          </a:p>
          <a:p>
            <a:r>
              <a:rPr lang="en-US" sz="1000" dirty="0">
                <a:solidFill>
                  <a:schemeClr val="bg1"/>
                </a:solidFill>
              </a:rPr>
              <a:t>              index_name </a:t>
            </a:r>
          </a:p>
          <a:p>
            <a:r>
              <a:rPr lang="en-US" sz="1000" dirty="0">
                <a:solidFill>
                  <a:schemeClr val="bg1"/>
                </a:solidFill>
              </a:rPr>
              <a:t>          } [ ,...n ]</a:t>
            </a:r>
          </a:p>
          <a:p>
            <a:r>
              <a:rPr lang="en-US" sz="1000" dirty="0">
                <a:solidFill>
                  <a:schemeClr val="bg1"/>
                </a:solidFill>
              </a:rPr>
              <a:t>     } [ ,...n </a:t>
            </a:r>
            <a:r>
              <a:rPr lang="en-US" sz="1000" dirty="0" smtClean="0">
                <a:solidFill>
                  <a:schemeClr val="bg1"/>
                </a:solidFill>
              </a:rPr>
              <a:t>]</a:t>
            </a:r>
          </a:p>
          <a:p>
            <a:endParaRPr lang="en-US" sz="1000" dirty="0" smtClean="0">
              <a:solidFill>
                <a:schemeClr val="bg1"/>
              </a:solidFill>
            </a:endParaRPr>
          </a:p>
          <a:p>
            <a:r>
              <a:rPr lang="en-US" sz="1000" dirty="0" smtClean="0">
                <a:solidFill>
                  <a:schemeClr val="bg1"/>
                </a:solidFill>
              </a:rPr>
              <a:t>| </a:t>
            </a:r>
            <a:r>
              <a:rPr lang="en-US" sz="1000" dirty="0">
                <a:solidFill>
                  <a:schemeClr val="bg1"/>
                </a:solidFill>
              </a:rPr>
              <a:t>ALTER INDEX index_name</a:t>
            </a:r>
          </a:p>
          <a:p>
            <a:r>
              <a:rPr lang="en-US" sz="1000" dirty="0">
                <a:solidFill>
                  <a:schemeClr val="bg1"/>
                </a:solidFill>
              </a:rPr>
              <a:t>    { </a:t>
            </a:r>
          </a:p>
          <a:p>
            <a:r>
              <a:rPr lang="en-US" sz="1000" dirty="0">
                <a:solidFill>
                  <a:schemeClr val="bg1"/>
                </a:solidFill>
              </a:rPr>
              <a:t>REBUILD (WITH &lt;rebuild_index_option&gt;)   </a:t>
            </a:r>
          </a:p>
          <a:p>
            <a:r>
              <a:rPr lang="en-US" sz="1000" dirty="0">
                <a:solidFill>
                  <a:schemeClr val="bg1"/>
                </a:solidFill>
              </a:rPr>
              <a:t>    }</a:t>
            </a:r>
          </a:p>
          <a:p>
            <a:r>
              <a:rPr lang="en-US" sz="1000" dirty="0" smtClean="0">
                <a:solidFill>
                  <a:schemeClr val="bg1"/>
                </a:solidFill>
              </a:rPr>
              <a:t>}</a:t>
            </a:r>
          </a:p>
          <a:p>
            <a:r>
              <a:rPr lang="en-US" sz="1000" dirty="0">
                <a:solidFill>
                  <a:schemeClr val="bg1"/>
                </a:solidFill>
              </a:rPr>
              <a:t>&lt;</a:t>
            </a:r>
            <a:r>
              <a:rPr lang="en-US" sz="1000" dirty="0" err="1">
                <a:solidFill>
                  <a:schemeClr val="bg1"/>
                </a:solidFill>
              </a:rPr>
              <a:t>rebuild_index_option</a:t>
            </a:r>
            <a:r>
              <a:rPr lang="en-US" sz="1000" dirty="0">
                <a:solidFill>
                  <a:schemeClr val="bg1"/>
                </a:solidFill>
              </a:rPr>
              <a:t>&gt; ::=</a:t>
            </a:r>
          </a:p>
          <a:p>
            <a:r>
              <a:rPr lang="en-US" sz="1000" dirty="0">
                <a:solidFill>
                  <a:schemeClr val="bg1"/>
                </a:solidFill>
              </a:rPr>
              <a:t>  BUCKET_COUNT = </a:t>
            </a:r>
            <a:r>
              <a:rPr lang="en-US" sz="1000" dirty="0" err="1" smtClean="0">
                <a:solidFill>
                  <a:schemeClr val="bg1"/>
                </a:solidFill>
              </a:rPr>
              <a:t>bucket_count</a:t>
            </a:r>
            <a:endParaRPr lang="en-US" sz="1000" dirty="0" smtClean="0">
              <a:solidFill>
                <a:schemeClr val="bg1"/>
              </a:solidFill>
            </a:endParaRPr>
          </a:p>
          <a:p>
            <a:r>
              <a:rPr lang="en-US" sz="1000" dirty="0" smtClean="0">
                <a:solidFill>
                  <a:schemeClr val="bg1"/>
                </a:solidFill>
              </a:rPr>
              <a:t>)</a:t>
            </a:r>
          </a:p>
        </p:txBody>
      </p:sp>
      <p:sp>
        <p:nvSpPr>
          <p:cNvPr id="8" name="Text Placeholder 2"/>
          <p:cNvSpPr txBox="1">
            <a:spLocks/>
          </p:cNvSpPr>
          <p:nvPr/>
        </p:nvSpPr>
        <p:spPr>
          <a:xfrm>
            <a:off x="3885542" y="1493480"/>
            <a:ext cx="4864758" cy="4390946"/>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0000"/>
              </a:lnSpc>
              <a:spcBef>
                <a:spcPts val="2000"/>
              </a:spcBef>
              <a:buNone/>
            </a:pPr>
            <a:r>
              <a:rPr lang="en-US" sz="1800" dirty="0" smtClean="0">
                <a:solidFill>
                  <a:srgbClr val="505050"/>
                </a:solidFill>
                <a:latin typeface="+mn-lt"/>
              </a:rPr>
              <a:t>ALTER </a:t>
            </a:r>
            <a:r>
              <a:rPr lang="en-US" sz="1800" dirty="0">
                <a:solidFill>
                  <a:srgbClr val="505050"/>
                </a:solidFill>
                <a:latin typeface="+mn-lt"/>
              </a:rPr>
              <a:t>TABLE syntax is used for making changes to </a:t>
            </a:r>
            <a:r>
              <a:rPr lang="en-US" sz="1800" dirty="0" smtClean="0">
                <a:solidFill>
                  <a:srgbClr val="505050"/>
                </a:solidFill>
                <a:latin typeface="+mn-lt"/>
              </a:rPr>
              <a:t>table </a:t>
            </a:r>
            <a:r>
              <a:rPr lang="en-US" sz="1800" dirty="0">
                <a:solidFill>
                  <a:srgbClr val="505050"/>
                </a:solidFill>
                <a:latin typeface="+mn-lt"/>
              </a:rPr>
              <a:t>schema, as well as for adding, deleting, and rebuilding indexes</a:t>
            </a:r>
          </a:p>
          <a:p>
            <a:pPr marL="0" indent="0">
              <a:lnSpc>
                <a:spcPct val="100000"/>
              </a:lnSpc>
              <a:spcBef>
                <a:spcPts val="2000"/>
              </a:spcBef>
              <a:buNone/>
            </a:pPr>
            <a:r>
              <a:rPr lang="en-US" sz="1800" dirty="0">
                <a:solidFill>
                  <a:srgbClr val="505050"/>
                </a:solidFill>
                <a:latin typeface="+mn-lt"/>
              </a:rPr>
              <a:t>Indexes are considered part of </a:t>
            </a:r>
            <a:r>
              <a:rPr lang="en-US" sz="1800" dirty="0" smtClean="0">
                <a:solidFill>
                  <a:srgbClr val="505050"/>
                </a:solidFill>
                <a:latin typeface="+mn-lt"/>
              </a:rPr>
              <a:t>table </a:t>
            </a:r>
            <a:r>
              <a:rPr lang="en-US" sz="1800" dirty="0" smtClean="0">
                <a:solidFill>
                  <a:srgbClr val="505050"/>
                </a:solidFill>
                <a:latin typeface="+mn-lt"/>
              </a:rPr>
              <a:t>definition</a:t>
            </a:r>
          </a:p>
          <a:p>
            <a:pPr marL="0" indent="0">
              <a:lnSpc>
                <a:spcPct val="100000"/>
              </a:lnSpc>
              <a:spcBef>
                <a:spcPts val="2000"/>
              </a:spcBef>
              <a:buNone/>
            </a:pPr>
            <a:r>
              <a:rPr lang="en-US" sz="1800" dirty="0">
                <a:solidFill>
                  <a:srgbClr val="505050"/>
                </a:solidFill>
                <a:latin typeface="+mn-lt"/>
              </a:rPr>
              <a:t>Ability to change the BUCKET_COUNT with an ALTER INDEX statement</a:t>
            </a:r>
          </a:p>
          <a:p>
            <a:pPr marL="0" indent="0">
              <a:lnSpc>
                <a:spcPct val="100000"/>
              </a:lnSpc>
              <a:spcBef>
                <a:spcPts val="2000"/>
              </a:spcBef>
              <a:buNone/>
            </a:pPr>
            <a:endParaRPr lang="en-US" sz="1800" dirty="0">
              <a:solidFill>
                <a:srgbClr val="505050"/>
              </a:solidFill>
              <a:latin typeface="+mn-lt"/>
            </a:endParaRPr>
          </a:p>
        </p:txBody>
      </p:sp>
      <p:sp>
        <p:nvSpPr>
          <p:cNvPr id="7"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Altering memory-optimized </a:t>
            </a:r>
            <a:r>
              <a:rPr lang="en-US" sz="4800" dirty="0" smtClean="0">
                <a:solidFill>
                  <a:srgbClr val="505050"/>
                </a:solidFill>
              </a:rPr>
              <a:t>tables</a:t>
            </a:r>
            <a:endParaRPr lang="en-US" sz="4800" dirty="0">
              <a:solidFill>
                <a:srgbClr val="505050"/>
              </a:solidFill>
            </a:endParaRPr>
          </a:p>
        </p:txBody>
      </p:sp>
    </p:spTree>
    <p:extLst>
      <p:ext uri="{BB962C8B-B14F-4D97-AF65-F5344CB8AC3E}">
        <p14:creationId xmlns:p14="http://schemas.microsoft.com/office/powerpoint/2010/main" val="2855579940"/>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p:cNvSpPr txBox="1"/>
          <p:nvPr/>
        </p:nvSpPr>
        <p:spPr>
          <a:xfrm>
            <a:off x="493282" y="1528353"/>
            <a:ext cx="5595618" cy="4186647"/>
          </a:xfrm>
          <a:prstGeom prst="rect">
            <a:avLst/>
          </a:prstGeom>
          <a:solidFill>
            <a:schemeClr val="bg1">
              <a:lumMod val="20000"/>
              <a:lumOff val="80000"/>
            </a:schemeClr>
          </a:solidFill>
          <a:ln w="63500">
            <a:solidFill>
              <a:schemeClr val="bg2"/>
            </a:solidFill>
            <a:miter lim="800000"/>
          </a:ln>
        </p:spPr>
        <p:txBody>
          <a:bodyPr wrap="square" lIns="186521" tIns="149217" rIns="186521" bIns="149217" rtlCol="0" anchor="t" anchorCtr="0">
            <a:noAutofit/>
          </a:bodyPr>
          <a:lstStyle>
            <a:defPPr>
              <a:defRPr lang="en-US"/>
            </a:defPPr>
            <a:lvl1pPr>
              <a:defRPr sz="2000">
                <a:solidFill>
                  <a:schemeClr val="tx1">
                    <a:lumMod val="90000"/>
                    <a:lumOff val="10000"/>
                  </a:schemeClr>
                </a:solidFill>
                <a:latin typeface="Consolas" panose="020B0609020204030204" pitchFamily="49" charset="0"/>
                <a:cs typeface="Consolas" panose="020B0609020204030204" pitchFamily="49" charset="0"/>
              </a:defRPr>
            </a:lvl1pPr>
            <a:lvl2pPr lvl="1">
              <a:defRPr sz="1800">
                <a:solidFill>
                  <a:schemeClr val="tx1">
                    <a:lumMod val="90000"/>
                    <a:lumOff val="10000"/>
                  </a:schemeClr>
                </a:solidFill>
                <a:latin typeface="Consolas" panose="020B0609020204030204" pitchFamily="49" charset="0"/>
                <a:cs typeface="Consolas" panose="020B0609020204030204" pitchFamily="49" charset="0"/>
              </a:defRPr>
            </a:lvl2pPr>
          </a:lstStyle>
          <a:p>
            <a:r>
              <a:rPr lang="en-US" sz="1200" dirty="0">
                <a:solidFill>
                  <a:schemeClr val="bg1"/>
                </a:solidFill>
              </a:rPr>
              <a:t>CREATE PROCEDURE [dbo].[usp_1]</a:t>
            </a:r>
          </a:p>
          <a:p>
            <a:r>
              <a:rPr lang="en-US" sz="1200" dirty="0">
                <a:solidFill>
                  <a:schemeClr val="bg1"/>
                </a:solidFill>
              </a:rPr>
              <a:t>WITH NATIVE_COMPILATION, SCHEMABINDING, EXECUTE AS OWNER</a:t>
            </a:r>
          </a:p>
          <a:p>
            <a:r>
              <a:rPr lang="en-US" sz="1200" dirty="0">
                <a:solidFill>
                  <a:schemeClr val="bg1"/>
                </a:solidFill>
              </a:rPr>
              <a:t>AS BEGIN ATOMIC WITH</a:t>
            </a:r>
          </a:p>
          <a:p>
            <a:r>
              <a:rPr lang="en-US" sz="1200" dirty="0">
                <a:solidFill>
                  <a:schemeClr val="bg1"/>
                </a:solidFill>
              </a:rPr>
              <a:t>(</a:t>
            </a:r>
          </a:p>
          <a:p>
            <a:r>
              <a:rPr lang="en-US" sz="1200" dirty="0">
                <a:solidFill>
                  <a:schemeClr val="bg1"/>
                </a:solidFill>
              </a:rPr>
              <a:t> TRANSACTION ISOLATION LEVEL = SNAPSHOT, LANGUAGE = N'us_english'</a:t>
            </a:r>
          </a:p>
          <a:p>
            <a:r>
              <a:rPr lang="en-US" sz="1200" dirty="0">
                <a:solidFill>
                  <a:schemeClr val="bg1"/>
                </a:solidFill>
              </a:rPr>
              <a:t>)</a:t>
            </a:r>
          </a:p>
          <a:p>
            <a:r>
              <a:rPr lang="en-US" sz="1200" dirty="0">
                <a:solidFill>
                  <a:schemeClr val="bg1"/>
                </a:solidFill>
              </a:rPr>
              <a:t> SELECT c1, c2 from dbo.T1</a:t>
            </a:r>
          </a:p>
          <a:p>
            <a:r>
              <a:rPr lang="en-US" sz="1200" dirty="0">
                <a:solidFill>
                  <a:schemeClr val="bg1"/>
                </a:solidFill>
              </a:rPr>
              <a:t>END</a:t>
            </a:r>
          </a:p>
          <a:p>
            <a:r>
              <a:rPr lang="en-US" sz="1200" dirty="0">
                <a:solidFill>
                  <a:schemeClr val="bg1"/>
                </a:solidFill>
              </a:rPr>
              <a:t>GO</a:t>
            </a:r>
          </a:p>
          <a:p>
            <a:endParaRPr lang="en-US" sz="1200" dirty="0">
              <a:solidFill>
                <a:schemeClr val="bg1"/>
              </a:solidFill>
            </a:endParaRPr>
          </a:p>
          <a:p>
            <a:r>
              <a:rPr lang="en-US" sz="1200" dirty="0">
                <a:solidFill>
                  <a:schemeClr val="bg1"/>
                </a:solidFill>
              </a:rPr>
              <a:t>ALTER PROCEDURE [dbo].[usp_1]</a:t>
            </a:r>
          </a:p>
          <a:p>
            <a:r>
              <a:rPr lang="en-US" sz="1200" dirty="0">
                <a:solidFill>
                  <a:schemeClr val="bg1"/>
                </a:solidFill>
              </a:rPr>
              <a:t>WITH NATIVE_COMPILATION, SCHEMABINDING, EXECUTE AS OWNER</a:t>
            </a:r>
          </a:p>
          <a:p>
            <a:r>
              <a:rPr lang="en-US" sz="1200" dirty="0">
                <a:solidFill>
                  <a:schemeClr val="bg1"/>
                </a:solidFill>
              </a:rPr>
              <a:t>AS BEGIN ATOMIC WITH</a:t>
            </a:r>
          </a:p>
          <a:p>
            <a:r>
              <a:rPr lang="en-US" sz="1200" dirty="0">
                <a:solidFill>
                  <a:schemeClr val="bg1"/>
                </a:solidFill>
              </a:rPr>
              <a:t>(</a:t>
            </a:r>
          </a:p>
          <a:p>
            <a:r>
              <a:rPr lang="en-US" sz="1200" dirty="0">
                <a:solidFill>
                  <a:schemeClr val="bg1"/>
                </a:solidFill>
              </a:rPr>
              <a:t> TRANSACTION ISOLATION LEVEL = SNAPSHOT, LANGUAGE = N'us_english'</a:t>
            </a:r>
          </a:p>
          <a:p>
            <a:r>
              <a:rPr lang="en-US" sz="1200" dirty="0">
                <a:solidFill>
                  <a:schemeClr val="bg1"/>
                </a:solidFill>
              </a:rPr>
              <a:t>)</a:t>
            </a:r>
          </a:p>
          <a:p>
            <a:r>
              <a:rPr lang="en-US" sz="1200" dirty="0">
                <a:solidFill>
                  <a:schemeClr val="bg1"/>
                </a:solidFill>
              </a:rPr>
              <a:t> SELECT c1 from dbo.T1</a:t>
            </a:r>
          </a:p>
          <a:p>
            <a:r>
              <a:rPr lang="en-US" sz="1200" dirty="0">
                <a:solidFill>
                  <a:schemeClr val="bg1"/>
                </a:solidFill>
              </a:rPr>
              <a:t>END</a:t>
            </a:r>
          </a:p>
          <a:p>
            <a:r>
              <a:rPr lang="en-US" sz="1200" dirty="0">
                <a:solidFill>
                  <a:schemeClr val="bg1"/>
                </a:solidFill>
              </a:rPr>
              <a:t>GO</a:t>
            </a:r>
          </a:p>
        </p:txBody>
      </p:sp>
      <p:sp>
        <p:nvSpPr>
          <p:cNvPr id="5"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Altering natively compiled stored </a:t>
            </a:r>
            <a:r>
              <a:rPr lang="en-US" sz="4800" dirty="0" smtClean="0">
                <a:solidFill>
                  <a:srgbClr val="505050"/>
                </a:solidFill>
              </a:rPr>
              <a:t>procedures</a:t>
            </a:r>
            <a:endParaRPr lang="en-US" sz="4800" dirty="0">
              <a:solidFill>
                <a:srgbClr val="505050"/>
              </a:solidFill>
            </a:endParaRPr>
          </a:p>
        </p:txBody>
      </p:sp>
      <p:sp>
        <p:nvSpPr>
          <p:cNvPr id="10" name="Text Placeholder 2"/>
          <p:cNvSpPr txBox="1">
            <a:spLocks/>
          </p:cNvSpPr>
          <p:nvPr/>
        </p:nvSpPr>
        <p:spPr>
          <a:xfrm>
            <a:off x="6311242" y="1493480"/>
            <a:ext cx="5778500" cy="4390946"/>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0000"/>
              </a:lnSpc>
              <a:spcBef>
                <a:spcPts val="2000"/>
              </a:spcBef>
              <a:buNone/>
            </a:pPr>
            <a:r>
              <a:rPr lang="en-US" sz="1800" dirty="0">
                <a:solidFill>
                  <a:srgbClr val="505050"/>
                </a:solidFill>
                <a:latin typeface="+mn-lt"/>
              </a:rPr>
              <a:t>You can now perform </a:t>
            </a:r>
            <a:r>
              <a:rPr lang="en-US" sz="1800" b="1" dirty="0">
                <a:solidFill>
                  <a:srgbClr val="505050"/>
                </a:solidFill>
                <a:latin typeface="+mn-lt"/>
              </a:rPr>
              <a:t>ALTER</a:t>
            </a:r>
            <a:r>
              <a:rPr lang="en-US" sz="1800" dirty="0">
                <a:solidFill>
                  <a:srgbClr val="505050"/>
                </a:solidFill>
                <a:latin typeface="+mn-lt"/>
              </a:rPr>
              <a:t> operations on natively compiled stored procedures using </a:t>
            </a:r>
            <a:r>
              <a:rPr lang="en-US" sz="1800" b="1" dirty="0">
                <a:solidFill>
                  <a:srgbClr val="505050"/>
                </a:solidFill>
                <a:latin typeface="+mn-lt"/>
              </a:rPr>
              <a:t>ALTER PROCEDURE </a:t>
            </a:r>
            <a:r>
              <a:rPr lang="en-US" sz="1800" dirty="0">
                <a:solidFill>
                  <a:srgbClr val="505050"/>
                </a:solidFill>
                <a:latin typeface="+mn-lt"/>
              </a:rPr>
              <a:t>statement</a:t>
            </a:r>
          </a:p>
          <a:p>
            <a:pPr marL="0" indent="0">
              <a:lnSpc>
                <a:spcPct val="100000"/>
              </a:lnSpc>
              <a:spcBef>
                <a:spcPts val="2000"/>
              </a:spcBef>
              <a:buNone/>
            </a:pPr>
            <a:r>
              <a:rPr lang="en-US" sz="1800" dirty="0">
                <a:solidFill>
                  <a:srgbClr val="505050"/>
                </a:solidFill>
                <a:latin typeface="+mn-lt"/>
              </a:rPr>
              <a:t>Use </a:t>
            </a:r>
            <a:r>
              <a:rPr lang="en-US" sz="1800" b="1" dirty="0">
                <a:solidFill>
                  <a:srgbClr val="505050"/>
                </a:solidFill>
                <a:latin typeface="Consolas" panose="020B0609020204030204" pitchFamily="49" charset="0"/>
                <a:cs typeface="Consolas" panose="020B0609020204030204" pitchFamily="49" charset="0"/>
              </a:rPr>
              <a:t>sp_recompile</a:t>
            </a:r>
            <a:r>
              <a:rPr lang="en-US" sz="1800" dirty="0">
                <a:solidFill>
                  <a:srgbClr val="505050"/>
                </a:solidFill>
                <a:latin typeface="+mn-lt"/>
              </a:rPr>
              <a:t> to recompile stored procedures on next execution</a:t>
            </a:r>
          </a:p>
        </p:txBody>
      </p:sp>
    </p:spTree>
    <p:extLst>
      <p:ext uri="{BB962C8B-B14F-4D97-AF65-F5344CB8AC3E}">
        <p14:creationId xmlns:p14="http://schemas.microsoft.com/office/powerpoint/2010/main" val="548346777"/>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chemeClr val="bg1"/>
                </a:solidFill>
              </a:rPr>
              <a:t>Greater Transact-SQL </a:t>
            </a:r>
            <a:r>
              <a:rPr lang="en-US" sz="4800" dirty="0" smtClean="0">
                <a:solidFill>
                  <a:schemeClr val="bg1"/>
                </a:solidFill>
              </a:rPr>
              <a:t>coverage</a:t>
            </a:r>
            <a:endParaRPr lang="en-US" sz="4800" dirty="0">
              <a:solidFill>
                <a:schemeClr val="bg1"/>
              </a:solidFill>
            </a:endParaRPr>
          </a:p>
        </p:txBody>
      </p:sp>
      <p:sp>
        <p:nvSpPr>
          <p:cNvPr id="7" name="Rectangle 6"/>
          <p:cNvSpPr/>
          <p:nvPr/>
        </p:nvSpPr>
        <p:spPr>
          <a:xfrm>
            <a:off x="379668" y="1398121"/>
            <a:ext cx="11678868" cy="5283498"/>
          </a:xfrm>
          <a:prstGeom prst="rect">
            <a:avLst/>
          </a:prstGeom>
        </p:spPr>
        <p:txBody>
          <a:bodyPr wrap="square">
            <a:spAutoFit/>
          </a:bodyPr>
          <a:lstStyle/>
          <a:p>
            <a:pPr>
              <a:spcAft>
                <a:spcPts val="1000"/>
              </a:spcAft>
            </a:pPr>
            <a:r>
              <a:rPr lang="en-US" sz="1200" dirty="0">
                <a:solidFill>
                  <a:schemeClr val="bg1"/>
                </a:solidFill>
                <a:hlinkClick r:id="rId3"/>
              </a:rPr>
              <a:t>CREATE PROCEDURE (Transact-SQL)</a:t>
            </a:r>
            <a:r>
              <a:rPr lang="en-US" sz="1200" dirty="0">
                <a:solidFill>
                  <a:schemeClr val="bg1"/>
                </a:solidFill>
              </a:rPr>
              <a:t> </a:t>
            </a:r>
          </a:p>
          <a:p>
            <a:pPr>
              <a:spcAft>
                <a:spcPts val="1000"/>
              </a:spcAft>
            </a:pPr>
            <a:r>
              <a:rPr lang="en-US" sz="1200" dirty="0">
                <a:solidFill>
                  <a:schemeClr val="bg1"/>
                </a:solidFill>
                <a:hlinkClick r:id="rId4"/>
              </a:rPr>
              <a:t>DROP PROCEDURE (Transact-SQL)</a:t>
            </a:r>
            <a:r>
              <a:rPr lang="en-US" sz="1200" dirty="0">
                <a:solidFill>
                  <a:schemeClr val="bg1"/>
                </a:solidFill>
              </a:rPr>
              <a:t> </a:t>
            </a:r>
          </a:p>
          <a:p>
            <a:pPr>
              <a:spcAft>
                <a:spcPts val="1000"/>
              </a:spcAft>
            </a:pPr>
            <a:r>
              <a:rPr lang="en-US" sz="1200" dirty="0">
                <a:solidFill>
                  <a:schemeClr val="bg1"/>
                </a:solidFill>
                <a:hlinkClick r:id="rId5"/>
              </a:rPr>
              <a:t>ALTER PROCEDURE (Transact-SQL)</a:t>
            </a:r>
            <a:r>
              <a:rPr lang="en-US" sz="1200" dirty="0">
                <a:solidFill>
                  <a:schemeClr val="bg1"/>
                </a:solidFill>
              </a:rPr>
              <a:t> </a:t>
            </a:r>
          </a:p>
          <a:p>
            <a:pPr>
              <a:spcAft>
                <a:spcPts val="1000"/>
              </a:spcAft>
            </a:pPr>
            <a:r>
              <a:rPr lang="en-US" sz="1200" dirty="0">
                <a:solidFill>
                  <a:schemeClr val="bg1"/>
                </a:solidFill>
                <a:hlinkClick r:id="rId6"/>
              </a:rPr>
              <a:t>SELECT (Transact-SQL)</a:t>
            </a:r>
            <a:r>
              <a:rPr lang="en-US" sz="1200" dirty="0">
                <a:solidFill>
                  <a:schemeClr val="bg1"/>
                </a:solidFill>
              </a:rPr>
              <a:t> and INSERT SELECT statements</a:t>
            </a:r>
          </a:p>
          <a:p>
            <a:pPr>
              <a:spcAft>
                <a:spcPts val="1000"/>
              </a:spcAft>
            </a:pPr>
            <a:r>
              <a:rPr lang="en-US" sz="1200" dirty="0">
                <a:solidFill>
                  <a:schemeClr val="bg1"/>
                </a:solidFill>
              </a:rPr>
              <a:t>SCHEMABINDING and BEGIN ATOMIC (required for natively compiled stored procedures)</a:t>
            </a:r>
          </a:p>
          <a:p>
            <a:pPr>
              <a:spcAft>
                <a:spcPts val="1000"/>
              </a:spcAft>
            </a:pPr>
            <a:r>
              <a:rPr lang="en-US" sz="1200" dirty="0">
                <a:solidFill>
                  <a:schemeClr val="bg1"/>
                </a:solidFill>
              </a:rPr>
              <a:t>NATIVE_COMPILATION</a:t>
            </a:r>
          </a:p>
          <a:p>
            <a:pPr>
              <a:spcAft>
                <a:spcPts val="1000"/>
              </a:spcAft>
            </a:pPr>
            <a:r>
              <a:rPr lang="en-US" sz="1200" dirty="0">
                <a:solidFill>
                  <a:schemeClr val="bg1"/>
                </a:solidFill>
              </a:rPr>
              <a:t>Parameters and variables can be declared as NOT NULL </a:t>
            </a:r>
          </a:p>
          <a:p>
            <a:pPr>
              <a:spcAft>
                <a:spcPts val="1000"/>
              </a:spcAft>
            </a:pPr>
            <a:r>
              <a:rPr lang="en-US" sz="1200" dirty="0">
                <a:solidFill>
                  <a:schemeClr val="bg1"/>
                </a:solidFill>
              </a:rPr>
              <a:t>Table-valued parameters</a:t>
            </a:r>
            <a:r>
              <a:rPr lang="en-US" sz="1200" dirty="0" smtClean="0">
                <a:solidFill>
                  <a:schemeClr val="bg1"/>
                </a:solidFill>
              </a:rPr>
              <a:t>.</a:t>
            </a:r>
          </a:p>
          <a:p>
            <a:pPr>
              <a:spcAft>
                <a:spcPts val="1000"/>
              </a:spcAft>
            </a:pPr>
            <a:r>
              <a:rPr lang="en-US" sz="1200" dirty="0">
                <a:solidFill>
                  <a:schemeClr val="bg1"/>
                </a:solidFill>
              </a:rPr>
              <a:t>GRANT and DENY permissions on tables and procedures.</a:t>
            </a:r>
          </a:p>
          <a:p>
            <a:pPr>
              <a:spcAft>
                <a:spcPts val="1000"/>
              </a:spcAft>
            </a:pPr>
            <a:r>
              <a:rPr lang="en-US" sz="1200" dirty="0">
                <a:solidFill>
                  <a:schemeClr val="bg1"/>
                </a:solidFill>
              </a:rPr>
              <a:t>Nesting natively compiled stored procedures</a:t>
            </a:r>
          </a:p>
          <a:p>
            <a:pPr>
              <a:spcAft>
                <a:spcPts val="1000"/>
              </a:spcAft>
            </a:pPr>
            <a:r>
              <a:rPr lang="en-US" sz="1200" dirty="0">
                <a:solidFill>
                  <a:schemeClr val="bg1"/>
                </a:solidFill>
              </a:rPr>
              <a:t>RIGHT OUTER JOIN, LEFT OUTER JOIN, INNER JOIN, and CROSS JOIN in SELECT statements</a:t>
            </a:r>
          </a:p>
          <a:p>
            <a:pPr>
              <a:spcAft>
                <a:spcPts val="1000"/>
              </a:spcAft>
            </a:pPr>
            <a:r>
              <a:rPr lang="en-US" sz="1200" dirty="0">
                <a:solidFill>
                  <a:schemeClr val="bg1"/>
                </a:solidFill>
              </a:rPr>
              <a:t>NOT, OR, and IN operators in SELECT, UPDATE and DELETE statement</a:t>
            </a:r>
          </a:p>
          <a:p>
            <a:pPr>
              <a:spcAft>
                <a:spcPts val="1000"/>
              </a:spcAft>
            </a:pPr>
            <a:r>
              <a:rPr lang="en-US" sz="1200" dirty="0">
                <a:solidFill>
                  <a:schemeClr val="bg1"/>
                </a:solidFill>
              </a:rPr>
              <a:t>UNION ALL and UNION</a:t>
            </a:r>
          </a:p>
          <a:p>
            <a:pPr>
              <a:spcAft>
                <a:spcPts val="1000"/>
              </a:spcAft>
            </a:pPr>
            <a:r>
              <a:rPr lang="en-US" sz="1200" dirty="0">
                <a:solidFill>
                  <a:schemeClr val="bg1"/>
                </a:solidFill>
              </a:rPr>
              <a:t>SELECT DISTINCT</a:t>
            </a:r>
          </a:p>
          <a:p>
            <a:pPr>
              <a:spcAft>
                <a:spcPts val="1000"/>
              </a:spcAft>
            </a:pPr>
            <a:r>
              <a:rPr lang="en-US" sz="1200" dirty="0">
                <a:solidFill>
                  <a:schemeClr val="bg1"/>
                </a:solidFill>
              </a:rPr>
              <a:t>GROUP BY clause with no aggregate functions in the SELECT clause (&lt;select&gt; list).</a:t>
            </a:r>
          </a:p>
          <a:p>
            <a:pPr>
              <a:spcAft>
                <a:spcPts val="1000"/>
              </a:spcAft>
            </a:pPr>
            <a:r>
              <a:rPr lang="en-US" sz="1200" dirty="0">
                <a:solidFill>
                  <a:schemeClr val="bg1"/>
                </a:solidFill>
              </a:rPr>
              <a:t>COLUMNSTORE</a:t>
            </a:r>
          </a:p>
          <a:p>
            <a:pPr>
              <a:spcAft>
                <a:spcPts val="1000"/>
              </a:spcAft>
            </a:pPr>
            <a:r>
              <a:rPr lang="en-US" sz="1200" dirty="0" smtClean="0">
                <a:solidFill>
                  <a:schemeClr val="bg1"/>
                </a:solidFill>
              </a:rPr>
              <a:t>COLLATE</a:t>
            </a:r>
            <a:endParaRPr lang="en-US" sz="1200" dirty="0">
              <a:solidFill>
                <a:schemeClr val="bg1"/>
              </a:solidFill>
            </a:endParaRPr>
          </a:p>
        </p:txBody>
      </p:sp>
    </p:spTree>
    <p:extLst>
      <p:ext uri="{BB962C8B-B14F-4D97-AF65-F5344CB8AC3E}">
        <p14:creationId xmlns:p14="http://schemas.microsoft.com/office/powerpoint/2010/main" val="39263466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499"/>
                                          </p:stCondLst>
                                        </p:cTn>
                                        <p:tgtEl>
                                          <p:spTgt spid="7">
                                            <p:txEl>
                                              <p:pRg st="0" end="0"/>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xEl>
                                              <p:pRg st="1" end="1"/>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7">
                                            <p:txEl>
                                              <p:pRg st="2" end="2"/>
                                            </p:txEl>
                                          </p:spTgt>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7">
                                            <p:txEl>
                                              <p:pRg st="3" end="3"/>
                                            </p:txEl>
                                          </p:spTgt>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7">
                                            <p:txEl>
                                              <p:pRg st="4" end="4"/>
                                            </p:txEl>
                                          </p:spTgt>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7">
                                            <p:txEl>
                                              <p:pRg st="5" end="5"/>
                                            </p:txEl>
                                          </p:spTgt>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nodeType="afterEffect">
                                  <p:stCondLst>
                                    <p:cond delay="0"/>
                                  </p:stCondLst>
                                  <p:childTnLst>
                                    <p:set>
                                      <p:cBhvr>
                                        <p:cTn id="24" dur="1" fill="hold">
                                          <p:stCondLst>
                                            <p:cond delay="499"/>
                                          </p:stCondLst>
                                        </p:cTn>
                                        <p:tgtEl>
                                          <p:spTgt spid="7">
                                            <p:txEl>
                                              <p:pRg st="6" end="6"/>
                                            </p:txEl>
                                          </p:spTgt>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499"/>
                                          </p:stCondLst>
                                        </p:cTn>
                                        <p:tgtEl>
                                          <p:spTgt spid="7">
                                            <p:txEl>
                                              <p:pRg st="7" end="7"/>
                                            </p:txEl>
                                          </p:spTgt>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7">
                                            <p:txEl>
                                              <p:pRg st="8" end="8"/>
                                            </p:txEl>
                                          </p:spTgt>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7">
                                            <p:txEl>
                                              <p:pRg st="9" end="9"/>
                                            </p:txEl>
                                          </p:spTgt>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7">
                                            <p:txEl>
                                              <p:pRg st="10" end="10"/>
                                            </p:txEl>
                                          </p:spTgt>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7">
                                            <p:txEl>
                                              <p:pRg st="11" end="11"/>
                                            </p:txEl>
                                          </p:spTgt>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7">
                                            <p:txEl>
                                              <p:pRg st="12" end="12"/>
                                            </p:txEl>
                                          </p:spTgt>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7">
                                            <p:txEl>
                                              <p:pRg st="13" end="13"/>
                                            </p:txEl>
                                          </p:spTgt>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7">
                                            <p:txEl>
                                              <p:pRg st="14" end="14"/>
                                            </p:txEl>
                                          </p:spTgt>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7">
                                            <p:txEl>
                                              <p:pRg st="15" end="15"/>
                                            </p:txEl>
                                          </p:spTgt>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7">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Box 6"/>
          <p:cNvSpPr txBox="1"/>
          <p:nvPr/>
        </p:nvSpPr>
        <p:spPr>
          <a:xfrm>
            <a:off x="269241" y="1350963"/>
            <a:ext cx="7312659" cy="2751137"/>
          </a:xfrm>
          <a:prstGeom prst="rect">
            <a:avLst/>
          </a:prstGeom>
          <a:noFill/>
        </p:spPr>
        <p:txBody>
          <a:bodyPr wrap="square" lIns="182880" tIns="146304" rIns="182880" bIns="146304" rtlCol="0">
            <a:noAutofit/>
          </a:bodyPr>
          <a:lstStyle/>
          <a:p>
            <a:pPr>
              <a:spcAft>
                <a:spcPts val="1000"/>
              </a:spcAft>
            </a:pPr>
            <a:r>
              <a:rPr lang="en-US" sz="2800" dirty="0" smtClean="0">
                <a:solidFill>
                  <a:schemeClr val="bg1"/>
                </a:solidFill>
                <a:latin typeface="+mj-lt"/>
                <a:cs typeface="Segoe UI Light" panose="020B0502040204020203" pitchFamily="34" charset="0"/>
              </a:rPr>
              <a:t>Other enhancements include:</a:t>
            </a:r>
          </a:p>
          <a:p>
            <a:pPr>
              <a:spcBef>
                <a:spcPts val="1500"/>
              </a:spcBef>
            </a:pPr>
            <a:r>
              <a:rPr lang="en-US" sz="2400" dirty="0" smtClean="0">
                <a:solidFill>
                  <a:schemeClr val="bg2"/>
                </a:solidFill>
                <a:latin typeface="+mj-lt"/>
              </a:rPr>
              <a:t>Multiple threads to persist memory-optimized tables</a:t>
            </a:r>
          </a:p>
          <a:p>
            <a:pPr lvl="1">
              <a:spcAft>
                <a:spcPts val="1000"/>
              </a:spcAft>
            </a:pPr>
            <a:r>
              <a:rPr lang="en-US" dirty="0" smtClean="0">
                <a:solidFill>
                  <a:srgbClr val="505050"/>
                </a:solidFill>
              </a:rPr>
              <a:t>Multi-threaded recovery</a:t>
            </a:r>
          </a:p>
          <a:p>
            <a:pPr>
              <a:spcBef>
                <a:spcPts val="1500"/>
              </a:spcBef>
            </a:pPr>
            <a:r>
              <a:rPr lang="en-US" sz="2400" dirty="0" smtClean="0">
                <a:solidFill>
                  <a:schemeClr val="bg2"/>
                </a:solidFill>
                <a:latin typeface="+mj-lt"/>
              </a:rPr>
              <a:t>MERGE operation</a:t>
            </a:r>
          </a:p>
          <a:p>
            <a:pPr lvl="1">
              <a:spcAft>
                <a:spcPts val="1000"/>
              </a:spcAft>
            </a:pPr>
            <a:r>
              <a:rPr lang="en-US" dirty="0" smtClean="0">
                <a:solidFill>
                  <a:srgbClr val="505050"/>
                </a:solidFill>
              </a:rPr>
              <a:t>Dynamic management view improvements </a:t>
            </a:r>
            <a:r>
              <a:rPr lang="en-US" dirty="0">
                <a:solidFill>
                  <a:srgbClr val="505050"/>
                </a:solidFill>
              </a:rPr>
              <a:t>to </a:t>
            </a:r>
            <a:r>
              <a:rPr lang="en-US" dirty="0">
                <a:solidFill>
                  <a:srgbClr val="505050"/>
                </a:solidFill>
                <a:cs typeface="Consolas" panose="020B0609020204030204" pitchFamily="49" charset="0"/>
              </a:rPr>
              <a:t>sys.dm_db_xtp_checkpoint_stats</a:t>
            </a:r>
            <a:r>
              <a:rPr lang="en-US" dirty="0">
                <a:solidFill>
                  <a:srgbClr val="505050"/>
                </a:solidFill>
              </a:rPr>
              <a:t> and </a:t>
            </a:r>
            <a:r>
              <a:rPr lang="en-US" dirty="0" smtClean="0">
                <a:solidFill>
                  <a:srgbClr val="505050"/>
                </a:solidFill>
                <a:cs typeface="Consolas" panose="020B0609020204030204" pitchFamily="49" charset="0"/>
              </a:rPr>
              <a:t>sys.dm_db_xtp_checkpoint_files</a:t>
            </a:r>
            <a:r>
              <a:rPr lang="en-US" dirty="0" smtClean="0">
                <a:solidFill>
                  <a:srgbClr val="505050"/>
                </a:solidFill>
              </a:rPr>
              <a:t> </a:t>
            </a:r>
            <a:endParaRPr lang="en-US" sz="2400" dirty="0" smtClean="0">
              <a:solidFill>
                <a:srgbClr val="505050"/>
              </a:solidFill>
            </a:endParaRPr>
          </a:p>
        </p:txBody>
      </p:sp>
      <p:sp>
        <p:nvSpPr>
          <p:cNvPr id="5" name="Text Placeholder 3"/>
          <p:cNvSpPr txBox="1">
            <a:spLocks/>
          </p:cNvSpPr>
          <p:nvPr/>
        </p:nvSpPr>
        <p:spPr>
          <a:xfrm>
            <a:off x="459741" y="4959699"/>
            <a:ext cx="6296659" cy="1366528"/>
          </a:xfrm>
          <a:prstGeom prst="rect">
            <a:avLst/>
          </a:prstGeom>
          <a:solidFill>
            <a:schemeClr val="bg2"/>
          </a:solidFill>
        </p:spPr>
        <p:txBody>
          <a:bodyPr vert="horz" wrap="square" lIns="182880" tIns="182880" rIns="182880" bIns="182880" rtlCol="0">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400" dirty="0" smtClean="0">
                <a:solidFill>
                  <a:schemeClr val="tx1"/>
                </a:solidFill>
              </a:rPr>
              <a:t>The In-Memory OLTP engine has been enhanced to scale linearly on servers up to four sockets</a:t>
            </a:r>
            <a:endParaRPr lang="en-US" sz="2400" dirty="0">
              <a:solidFill>
                <a:schemeClr val="tx1"/>
              </a:solidFill>
            </a:endParaRPr>
          </a:p>
        </p:txBody>
      </p:sp>
      <p:sp>
        <p:nvSpPr>
          <p:cNvPr id="6"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Improved scaling</a:t>
            </a:r>
          </a:p>
        </p:txBody>
      </p:sp>
    </p:spTree>
    <p:extLst>
      <p:ext uri="{BB962C8B-B14F-4D97-AF65-F5344CB8AC3E}">
        <p14:creationId xmlns:p14="http://schemas.microsoft.com/office/powerpoint/2010/main" val="1868435665"/>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557858" y="4459636"/>
            <a:ext cx="6868804" cy="2022125"/>
          </a:xfrm>
          <a:prstGeom prst="rect">
            <a:avLst/>
          </a:prstGeom>
          <a:ln w="63500" cap="sq">
            <a:solidFill>
              <a:schemeClr val="bg2"/>
            </a:solidFill>
            <a:miter lim="800000"/>
          </a:ln>
        </p:spPr>
      </p:pic>
      <p:sp>
        <p:nvSpPr>
          <p:cNvPr id="10" name="TextBox 9"/>
          <p:cNvSpPr txBox="1"/>
          <p:nvPr/>
        </p:nvSpPr>
        <p:spPr>
          <a:xfrm>
            <a:off x="265176" y="1401763"/>
            <a:ext cx="11161486" cy="2751137"/>
          </a:xfrm>
          <a:prstGeom prst="rect">
            <a:avLst/>
          </a:prstGeom>
          <a:noFill/>
        </p:spPr>
        <p:txBody>
          <a:bodyPr wrap="square" lIns="182880" tIns="146304" rIns="182880" bIns="146304" rtlCol="0">
            <a:noAutofit/>
          </a:bodyPr>
          <a:lstStyle/>
          <a:p>
            <a:pPr>
              <a:spcAft>
                <a:spcPts val="1000"/>
              </a:spcAft>
            </a:pPr>
            <a:r>
              <a:rPr lang="en-US" sz="2400" dirty="0">
                <a:solidFill>
                  <a:schemeClr val="bg2"/>
                </a:solidFill>
                <a:latin typeface="+mj-lt"/>
                <a:cs typeface="Segoe UI Light" panose="020B0502040204020203" pitchFamily="34" charset="0"/>
              </a:rPr>
              <a:t>Lightweight performance analysis</a:t>
            </a:r>
          </a:p>
          <a:p>
            <a:pPr lvl="1">
              <a:spcAft>
                <a:spcPts val="1000"/>
              </a:spcAft>
            </a:pPr>
            <a:r>
              <a:rPr lang="en-US" dirty="0">
                <a:solidFill>
                  <a:schemeClr val="bg1"/>
                </a:solidFill>
                <a:cs typeface="Segoe UI Light" panose="020B0502040204020203" pitchFamily="34" charset="0"/>
              </a:rPr>
              <a:t>Transaction Performance Analysis report pinpoints hot spots in app</a:t>
            </a:r>
          </a:p>
          <a:p>
            <a:pPr>
              <a:spcBef>
                <a:spcPts val="2000"/>
              </a:spcBef>
            </a:pPr>
            <a:r>
              <a:rPr lang="en-US" sz="2400" dirty="0">
                <a:solidFill>
                  <a:schemeClr val="bg2"/>
                </a:solidFill>
                <a:latin typeface="+mj-lt"/>
                <a:cs typeface="Segoe UI Light" panose="020B0502040204020203" pitchFamily="34" charset="0"/>
              </a:rPr>
              <a:t>Migration checklists</a:t>
            </a:r>
          </a:p>
          <a:p>
            <a:pPr lvl="1">
              <a:spcBef>
                <a:spcPts val="1000"/>
              </a:spcBef>
            </a:pPr>
            <a:r>
              <a:rPr lang="en-US" dirty="0">
                <a:solidFill>
                  <a:schemeClr val="bg1"/>
                </a:solidFill>
                <a:cs typeface="Segoe UI Light" panose="020B0502040204020203" pitchFamily="34" charset="0"/>
              </a:rPr>
              <a:t>Migration checklists show unsupported features used in current disk-based tables and </a:t>
            </a:r>
            <a:r>
              <a:rPr lang="en-US" dirty="0" smtClean="0">
                <a:solidFill>
                  <a:schemeClr val="bg1"/>
                </a:solidFill>
                <a:cs typeface="Segoe UI Light" panose="020B0502040204020203" pitchFamily="34" charset="0"/>
              </a:rPr>
              <a:t>interpreted</a:t>
            </a:r>
            <a:br>
              <a:rPr lang="en-US" dirty="0" smtClean="0">
                <a:solidFill>
                  <a:schemeClr val="bg1"/>
                </a:solidFill>
                <a:cs typeface="Segoe UI Light" panose="020B0502040204020203" pitchFamily="34" charset="0"/>
              </a:rPr>
            </a:br>
            <a:r>
              <a:rPr lang="en-US" dirty="0" smtClean="0">
                <a:solidFill>
                  <a:schemeClr val="bg1"/>
                </a:solidFill>
                <a:cs typeface="Segoe UI Light" panose="020B0502040204020203" pitchFamily="34" charset="0"/>
              </a:rPr>
              <a:t>T-SQL </a:t>
            </a:r>
            <a:r>
              <a:rPr lang="en-US" dirty="0">
                <a:solidFill>
                  <a:schemeClr val="bg1"/>
                </a:solidFill>
                <a:cs typeface="Segoe UI Light" panose="020B0502040204020203" pitchFamily="34" charset="0"/>
              </a:rPr>
              <a:t>stored procedures</a:t>
            </a:r>
          </a:p>
          <a:p>
            <a:pPr lvl="1">
              <a:spcBef>
                <a:spcPts val="1000"/>
              </a:spcBef>
            </a:pPr>
            <a:r>
              <a:rPr lang="en-US" dirty="0" smtClean="0">
                <a:solidFill>
                  <a:schemeClr val="bg1"/>
                </a:solidFill>
                <a:cs typeface="Segoe UI Light" panose="020B0502040204020203" pitchFamily="34" charset="0"/>
              </a:rPr>
              <a:t>Generates checklists </a:t>
            </a:r>
            <a:r>
              <a:rPr lang="en-US" dirty="0">
                <a:solidFill>
                  <a:schemeClr val="bg1"/>
                </a:solidFill>
                <a:cs typeface="Segoe UI Light" panose="020B0502040204020203" pitchFamily="34" charset="0"/>
              </a:rPr>
              <a:t>for all or some tables and procedures</a:t>
            </a:r>
          </a:p>
          <a:p>
            <a:pPr lvl="1">
              <a:spcBef>
                <a:spcPts val="1000"/>
              </a:spcBef>
            </a:pPr>
            <a:r>
              <a:rPr lang="en-US" dirty="0" smtClean="0">
                <a:solidFill>
                  <a:schemeClr val="bg1"/>
                </a:solidFill>
                <a:cs typeface="Segoe UI Light" panose="020B0502040204020203" pitchFamily="34" charset="0"/>
              </a:rPr>
              <a:t>Uses GUI </a:t>
            </a:r>
            <a:r>
              <a:rPr lang="en-US" dirty="0">
                <a:solidFill>
                  <a:schemeClr val="bg1"/>
                </a:solidFill>
                <a:cs typeface="Segoe UI Light" panose="020B0502040204020203" pitchFamily="34" charset="0"/>
              </a:rPr>
              <a:t>or </a:t>
            </a:r>
            <a:r>
              <a:rPr lang="en-US" dirty="0" smtClean="0">
                <a:solidFill>
                  <a:schemeClr val="bg1"/>
                </a:solidFill>
                <a:cs typeface="Segoe UI Light" panose="020B0502040204020203" pitchFamily="34" charset="0"/>
              </a:rPr>
              <a:t>PowerShell</a:t>
            </a:r>
            <a:endParaRPr lang="en-US" dirty="0">
              <a:solidFill>
                <a:schemeClr val="bg1"/>
              </a:solidFill>
              <a:cs typeface="Segoe UI Light" panose="020B0502040204020203" pitchFamily="34" charset="0"/>
            </a:endParaRPr>
          </a:p>
        </p:txBody>
      </p:sp>
      <p:sp>
        <p:nvSpPr>
          <p:cNvPr id="8"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Improvements in Management Studio</a:t>
            </a:r>
          </a:p>
        </p:txBody>
      </p:sp>
    </p:spTree>
    <p:extLst>
      <p:ext uri="{BB962C8B-B14F-4D97-AF65-F5344CB8AC3E}">
        <p14:creationId xmlns:p14="http://schemas.microsoft.com/office/powerpoint/2010/main" val="2477492030"/>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4294967295"/>
          </p:nvPr>
        </p:nvSpPr>
        <p:spPr>
          <a:xfrm>
            <a:off x="6055575" y="2161960"/>
            <a:ext cx="3761525" cy="2400657"/>
          </a:xfrm>
        </p:spPr>
        <p:txBody>
          <a:bodyPr/>
          <a:lstStyle/>
          <a:p>
            <a:pPr marL="0" indent="0">
              <a:lnSpc>
                <a:spcPct val="100000"/>
              </a:lnSpc>
              <a:spcBef>
                <a:spcPts val="1000"/>
              </a:spcBef>
              <a:buNone/>
            </a:pPr>
            <a:r>
              <a:rPr lang="en-US" sz="2400" dirty="0">
                <a:solidFill>
                  <a:schemeClr val="bg1"/>
                </a:solidFill>
                <a:latin typeface="Segoe UI Light" panose="020B0502040204020203" pitchFamily="34" charset="0"/>
                <a:cs typeface="Segoe UI Light" panose="020B0502040204020203" pitchFamily="34" charset="0"/>
              </a:rPr>
              <a:t>New report replaces </a:t>
            </a:r>
            <a:r>
              <a:rPr lang="en-US" sz="2400" dirty="0" smtClean="0">
                <a:solidFill>
                  <a:schemeClr val="bg1"/>
                </a:solidFill>
                <a:latin typeface="Segoe UI Light" panose="020B0502040204020203" pitchFamily="34" charset="0"/>
                <a:cs typeface="Segoe UI Light" panose="020B0502040204020203" pitchFamily="34" charset="0"/>
              </a:rPr>
              <a:t>need </a:t>
            </a:r>
            <a:r>
              <a:rPr lang="en-US" sz="2400" dirty="0">
                <a:solidFill>
                  <a:schemeClr val="bg1"/>
                </a:solidFill>
                <a:latin typeface="Segoe UI Light" panose="020B0502040204020203" pitchFamily="34" charset="0"/>
                <a:cs typeface="Segoe UI Light" panose="020B0502040204020203" pitchFamily="34" charset="0"/>
              </a:rPr>
              <a:t>to </a:t>
            </a:r>
            <a:r>
              <a:rPr lang="en-US" sz="2400" dirty="0" smtClean="0">
                <a:solidFill>
                  <a:schemeClr val="bg1"/>
                </a:solidFill>
                <a:latin typeface="Segoe UI Light" panose="020B0502040204020203" pitchFamily="34" charset="0"/>
                <a:cs typeface="Segoe UI Light" panose="020B0502040204020203" pitchFamily="34" charset="0"/>
              </a:rPr>
              <a:t>use Management </a:t>
            </a:r>
            <a:r>
              <a:rPr lang="en-US" sz="2400" dirty="0">
                <a:solidFill>
                  <a:schemeClr val="bg1"/>
                </a:solidFill>
                <a:latin typeface="Segoe UI Light" panose="020B0502040204020203" pitchFamily="34" charset="0"/>
                <a:cs typeface="Segoe UI Light" panose="020B0502040204020203" pitchFamily="34" charset="0"/>
              </a:rPr>
              <a:t>Data Warehouse to analyze which tables and stored procedures are candidates for </a:t>
            </a:r>
            <a:r>
              <a:rPr lang="en-US" sz="2400" dirty="0" smtClean="0">
                <a:solidFill>
                  <a:schemeClr val="bg1"/>
                </a:solidFill>
                <a:latin typeface="Segoe UI Light" panose="020B0502040204020203" pitchFamily="34" charset="0"/>
                <a:cs typeface="Segoe UI Light" panose="020B0502040204020203" pitchFamily="34" charset="0"/>
              </a:rPr>
              <a:t>In-Memory OLTP</a:t>
            </a:r>
            <a:endParaRPr lang="en-US" sz="2400" dirty="0">
              <a:solidFill>
                <a:schemeClr val="bg1"/>
              </a:solidFill>
              <a:latin typeface="Segoe UI Light" panose="020B0502040204020203" pitchFamily="34" charset="0"/>
              <a:cs typeface="Segoe UI Light" panose="020B0502040204020203" pitchFamily="34" charset="0"/>
            </a:endParaRPr>
          </a:p>
        </p:txBody>
      </p:sp>
      <p:pic>
        <p:nvPicPr>
          <p:cNvPr id="8" name="Picture Placeholder 7" descr="C:\Users\Patrick.McDermott\Documents\IndigoSlate\Projects\SQL vNext-Darmadi\SQL vNext HOL\In-MemOLTP\Screenshots\04_MemoryOptimizationRec_Tables.JPG"/>
          <p:cNvPicPr>
            <a:picLocks noGrp="1"/>
          </p:cNvPicPr>
          <p:nvPr>
            <p:ph type="pic" sz="quarter" idx="4294967295"/>
          </p:nvPr>
        </p:nvPicPr>
        <p:blipFill rotWithShape="1">
          <a:blip r:embed="rId3">
            <a:extLst>
              <a:ext uri="{28A0092B-C50C-407E-A947-70E740481C1C}">
                <a14:useLocalDpi xmlns:a14="http://schemas.microsoft.com/office/drawing/2010/main" val="0"/>
              </a:ext>
            </a:extLst>
          </a:blip>
          <a:srcRect l="2154" r="19179"/>
          <a:stretch/>
        </p:blipFill>
        <p:spPr bwMode="auto">
          <a:xfrm>
            <a:off x="531382" y="2192230"/>
            <a:ext cx="5121227" cy="4226569"/>
          </a:xfrm>
          <a:prstGeom prst="rect">
            <a:avLst/>
          </a:prstGeom>
          <a:noFill/>
          <a:ln w="63500" cap="sq" cmpd="sng" algn="ctr">
            <a:solidFill>
              <a:schemeClr val="bg2"/>
            </a:solidFill>
            <a:prstDash val="solid"/>
            <a:miter lim="800000"/>
            <a:headEnd type="none" w="med" len="med"/>
            <a:tailEnd type="none" w="med" len="med"/>
          </a:ln>
          <a:extLst>
            <a:ext uri="{53640926-AAD7-44D8-BBD7-CCE9431645EC}">
              <a14:shadowObscured xmlns:a14="http://schemas.microsoft.com/office/drawing/2010/main"/>
            </a:ext>
          </a:extLst>
        </p:spPr>
      </p:pic>
      <p:sp>
        <p:nvSpPr>
          <p:cNvPr id="6" name="Title 1"/>
          <p:cNvSpPr txBox="1">
            <a:spLocks/>
          </p:cNvSpPr>
          <p:nvPr/>
        </p:nvSpPr>
        <p:spPr>
          <a:xfrm>
            <a:off x="274320" y="296897"/>
            <a:ext cx="9428480"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New transaction </a:t>
            </a:r>
            <a:r>
              <a:rPr lang="en-US" sz="4800" dirty="0" smtClean="0">
                <a:solidFill>
                  <a:srgbClr val="505050"/>
                </a:solidFill>
              </a:rPr>
              <a:t>performance analysis </a:t>
            </a:r>
            <a:r>
              <a:rPr lang="en-US" sz="4800" dirty="0">
                <a:solidFill>
                  <a:srgbClr val="505050"/>
                </a:solidFill>
              </a:rPr>
              <a:t>overview report</a:t>
            </a:r>
          </a:p>
        </p:txBody>
      </p:sp>
    </p:spTree>
    <p:extLst>
      <p:ext uri="{BB962C8B-B14F-4D97-AF65-F5344CB8AC3E}">
        <p14:creationId xmlns:p14="http://schemas.microsoft.com/office/powerpoint/2010/main" val="61283159"/>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 Placeholder 2"/>
          <p:cNvSpPr txBox="1">
            <a:spLocks/>
          </p:cNvSpPr>
          <p:nvPr/>
        </p:nvSpPr>
        <p:spPr>
          <a:xfrm>
            <a:off x="7564438" y="1350963"/>
            <a:ext cx="4598987" cy="1631216"/>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pPr>
            <a:r>
              <a:rPr lang="en-US" sz="2000" dirty="0" smtClean="0"/>
              <a:t>Setup MARS connection for memory optimized tables using MultipleActiveResultsSets=True in your connection string</a:t>
            </a:r>
          </a:p>
          <a:p>
            <a:pPr marL="28575" lvl="1"/>
            <a:endParaRPr lang="en-US" sz="2000" dirty="0"/>
          </a:p>
        </p:txBody>
      </p:sp>
      <p:sp>
        <p:nvSpPr>
          <p:cNvPr id="9" name="Text Placeholder 1"/>
          <p:cNvSpPr txBox="1">
            <a:spLocks/>
          </p:cNvSpPr>
          <p:nvPr/>
        </p:nvSpPr>
        <p:spPr>
          <a:xfrm>
            <a:off x="444676" y="1377434"/>
            <a:ext cx="6886900" cy="4923061"/>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0" name="Text Placeholder 1"/>
          <p:cNvSpPr txBox="1">
            <a:spLocks/>
          </p:cNvSpPr>
          <p:nvPr/>
        </p:nvSpPr>
        <p:spPr>
          <a:xfrm>
            <a:off x="493283" y="1528353"/>
            <a:ext cx="6580618" cy="4772141"/>
          </a:xfrm>
          <a:prstGeom prst="rect">
            <a:avLst/>
          </a:prstGeom>
          <a:solidFill>
            <a:schemeClr val="bg1">
              <a:lumMod val="20000"/>
              <a:lumOff val="80000"/>
            </a:schemeClr>
          </a:solidFill>
          <a:ln w="63500" cap="sq">
            <a:solidFill>
              <a:schemeClr val="bg2"/>
            </a:solidFill>
            <a:miter lim="800000"/>
          </a:ln>
        </p:spPr>
        <p:txBody>
          <a:bodyPr lIns="182880" tIns="146304" rIns="182880" bIns="146304"/>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373039">
              <a:lnSpc>
                <a:spcPct val="100000"/>
              </a:lnSpc>
              <a:spcBef>
                <a:spcPts val="0"/>
              </a:spcBef>
              <a:buClr>
                <a:schemeClr val="tx1"/>
              </a:buClr>
              <a:buNone/>
            </a:pPr>
            <a:r>
              <a:rPr lang="en-US" sz="2000" dirty="0">
                <a:solidFill>
                  <a:schemeClr val="bg1"/>
                </a:solidFill>
                <a:latin typeface="Consolas" panose="020B0609020204030204" pitchFamily="49" charset="0"/>
                <a:cs typeface="Consolas" panose="020B0609020204030204" pitchFamily="49" charset="0"/>
              </a:rPr>
              <a:t>Data Source=MSSQL; Initial Catalog=AdventureWorks; Integrated Security=SSPI; MultipleActiveResultSets=True</a:t>
            </a:r>
          </a:p>
        </p:txBody>
      </p:sp>
      <p:sp>
        <p:nvSpPr>
          <p:cNvPr id="7"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Using multiple active result sets</a:t>
            </a:r>
          </a:p>
        </p:txBody>
      </p:sp>
    </p:spTree>
    <p:extLst>
      <p:ext uri="{BB962C8B-B14F-4D97-AF65-F5344CB8AC3E}">
        <p14:creationId xmlns:p14="http://schemas.microsoft.com/office/powerpoint/2010/main" val="1304041860"/>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5711901" y="1940541"/>
            <a:ext cx="4449325" cy="2344231"/>
          </a:xfrm>
          <a:ln w="63500" cap="sq">
            <a:solidFill>
              <a:schemeClr val="tx2"/>
            </a:solidFill>
            <a:miter lim="800000"/>
          </a:ln>
        </p:spPr>
        <p:txBody>
          <a:bodyPr lIns="182880" tIns="182880" rIns="182880" bIns="182880"/>
          <a:lstStyle/>
          <a:p>
            <a:pPr marL="0" lvl="1" indent="0">
              <a:lnSpc>
                <a:spcPct val="100000"/>
              </a:lnSpc>
              <a:spcBef>
                <a:spcPts val="1000"/>
              </a:spcBef>
              <a:buNone/>
            </a:pPr>
            <a:r>
              <a:rPr lang="en-US" sz="2000" dirty="0">
                <a:solidFill>
                  <a:schemeClr val="bg1"/>
                </a:solidFill>
                <a:ea typeface="+mn-ea"/>
                <a:cs typeface="+mn-cs"/>
              </a:rPr>
              <a:t>In SQL Server 2016, </a:t>
            </a:r>
            <a:r>
              <a:rPr lang="en-US" sz="2000" dirty="0" smtClean="0">
                <a:solidFill>
                  <a:schemeClr val="bg1"/>
                </a:solidFill>
                <a:ea typeface="+mn-ea"/>
                <a:cs typeface="+mn-cs"/>
              </a:rPr>
              <a:t>storage </a:t>
            </a:r>
            <a:r>
              <a:rPr lang="en-US" sz="2000" dirty="0">
                <a:solidFill>
                  <a:schemeClr val="bg1"/>
                </a:solidFill>
                <a:ea typeface="+mn-ea"/>
                <a:cs typeface="+mn-cs"/>
              </a:rPr>
              <a:t>for memory-optimized tables will be encrypted as part of enabling TDE on </a:t>
            </a:r>
            <a:r>
              <a:rPr lang="en-US" sz="2000" dirty="0" smtClean="0">
                <a:solidFill>
                  <a:schemeClr val="bg1"/>
                </a:solidFill>
                <a:ea typeface="+mn-ea"/>
                <a:cs typeface="+mn-cs"/>
              </a:rPr>
              <a:t>database</a:t>
            </a:r>
            <a:endParaRPr lang="en-US" sz="2000" dirty="0">
              <a:solidFill>
                <a:schemeClr val="bg1"/>
              </a:solidFill>
              <a:ea typeface="+mn-ea"/>
              <a:cs typeface="+mn-cs"/>
            </a:endParaRPr>
          </a:p>
          <a:p>
            <a:pPr marL="0" lvl="1" indent="0">
              <a:lnSpc>
                <a:spcPct val="100000"/>
              </a:lnSpc>
              <a:spcBef>
                <a:spcPts val="1000"/>
              </a:spcBef>
              <a:buNone/>
            </a:pPr>
            <a:r>
              <a:rPr lang="en-US" sz="2000" dirty="0">
                <a:solidFill>
                  <a:schemeClr val="bg1"/>
                </a:solidFill>
                <a:ea typeface="+mn-ea"/>
                <a:cs typeface="+mn-cs"/>
              </a:rPr>
              <a:t>Simply follow </a:t>
            </a:r>
            <a:r>
              <a:rPr lang="en-US" sz="2000" dirty="0" smtClean="0">
                <a:solidFill>
                  <a:schemeClr val="bg1"/>
                </a:solidFill>
                <a:ea typeface="+mn-ea"/>
                <a:cs typeface="+mn-cs"/>
              </a:rPr>
              <a:t>same </a:t>
            </a:r>
            <a:r>
              <a:rPr lang="en-US" sz="2000" dirty="0">
                <a:solidFill>
                  <a:schemeClr val="bg1"/>
                </a:solidFill>
                <a:ea typeface="+mn-ea"/>
                <a:cs typeface="+mn-cs"/>
              </a:rPr>
              <a:t>steps as you would for a disk-based database</a:t>
            </a:r>
          </a:p>
        </p:txBody>
      </p:sp>
      <p:sp>
        <p:nvSpPr>
          <p:cNvPr id="23" name="TextBox 22"/>
          <p:cNvSpPr txBox="1"/>
          <p:nvPr/>
        </p:nvSpPr>
        <p:spPr>
          <a:xfrm>
            <a:off x="435568" y="1232557"/>
            <a:ext cx="7070132" cy="328091"/>
          </a:xfrm>
          <a:prstGeom prst="rect">
            <a:avLst/>
          </a:prstGeom>
          <a:noFill/>
        </p:spPr>
        <p:txBody>
          <a:bodyPr wrap="square" lIns="0" tIns="91440" rIns="91440" bIns="91440" rtlCol="0">
            <a:noAutofit/>
          </a:bodyPr>
          <a:lstStyle/>
          <a:p>
            <a:pPr>
              <a:lnSpc>
                <a:spcPct val="90000"/>
              </a:lnSpc>
              <a:spcAft>
                <a:spcPts val="600"/>
              </a:spcAft>
            </a:pPr>
            <a:r>
              <a:rPr lang="en-US" sz="2400" dirty="0" smtClean="0">
                <a:solidFill>
                  <a:schemeClr val="bg2"/>
                </a:solidFill>
                <a:latin typeface="+mj-lt"/>
              </a:rPr>
              <a:t>Transparent Database Encryption (TDE) architecture</a:t>
            </a:r>
          </a:p>
        </p:txBody>
      </p:sp>
      <p:grpSp>
        <p:nvGrpSpPr>
          <p:cNvPr id="24" name="Group 23"/>
          <p:cNvGrpSpPr/>
          <p:nvPr/>
        </p:nvGrpSpPr>
        <p:grpSpPr>
          <a:xfrm>
            <a:off x="458428" y="1940541"/>
            <a:ext cx="5212725" cy="4789478"/>
            <a:chOff x="7130316" y="1735061"/>
            <a:chExt cx="5212725" cy="4789478"/>
          </a:xfrm>
        </p:grpSpPr>
        <p:sp>
          <p:nvSpPr>
            <p:cNvPr id="6" name="Rectangle 5"/>
            <p:cNvSpPr/>
            <p:nvPr/>
          </p:nvSpPr>
          <p:spPr bwMode="auto">
            <a:xfrm>
              <a:off x="7130316" y="1735061"/>
              <a:ext cx="2705100" cy="438150"/>
            </a:xfrm>
            <a:prstGeom prst="rect">
              <a:avLst/>
            </a:prstGeom>
            <a:solidFill>
              <a:schemeClr val="tx1"/>
            </a:solidFill>
            <a:ln w="31750">
              <a:solidFill>
                <a:schemeClr val="bg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000" dirty="0" smtClean="0">
                  <a:solidFill>
                    <a:schemeClr val="bg1"/>
                  </a:solidFill>
                  <a:ea typeface="Segoe UI" pitchFamily="34" charset="0"/>
                  <a:cs typeface="Segoe UI" pitchFamily="34" charset="0"/>
                </a:rPr>
                <a:t>Windows Operating System</a:t>
              </a:r>
            </a:p>
            <a:p>
              <a:pPr defTabSz="932472" fontAlgn="base">
                <a:lnSpc>
                  <a:spcPct val="90000"/>
                </a:lnSpc>
                <a:spcBef>
                  <a:spcPct val="0"/>
                </a:spcBef>
                <a:spcAft>
                  <a:spcPct val="0"/>
                </a:spcAft>
              </a:pPr>
              <a:r>
                <a:rPr lang="en-US" sz="1000" dirty="0" smtClean="0">
                  <a:solidFill>
                    <a:schemeClr val="bg1"/>
                  </a:solidFill>
                  <a:ea typeface="Segoe UI" pitchFamily="34" charset="0"/>
                  <a:cs typeface="Segoe UI" pitchFamily="34" charset="0"/>
                </a:rPr>
                <a:t>level-data protection </a:t>
              </a:r>
            </a:p>
          </p:txBody>
        </p:sp>
        <p:sp>
          <p:nvSpPr>
            <p:cNvPr id="7" name="Rectangle 6"/>
            <p:cNvSpPr/>
            <p:nvPr/>
          </p:nvSpPr>
          <p:spPr bwMode="auto">
            <a:xfrm>
              <a:off x="7130316" y="2524896"/>
              <a:ext cx="2705100" cy="438150"/>
            </a:xfrm>
            <a:prstGeom prst="rect">
              <a:avLst/>
            </a:prstGeom>
            <a:solidFill>
              <a:schemeClr val="tx1"/>
            </a:solidFill>
            <a:ln w="31750">
              <a:solidFill>
                <a:schemeClr val="bg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000" dirty="0" smtClean="0">
                  <a:solidFill>
                    <a:schemeClr val="bg1"/>
                  </a:solidFill>
                  <a:ea typeface="Segoe UI" pitchFamily="34" charset="0"/>
                  <a:cs typeface="Segoe UI" pitchFamily="34" charset="0"/>
                </a:rPr>
                <a:t>SQL Server</a:t>
              </a:r>
            </a:p>
            <a:p>
              <a:pPr defTabSz="932472" fontAlgn="base">
                <a:lnSpc>
                  <a:spcPct val="90000"/>
                </a:lnSpc>
                <a:spcBef>
                  <a:spcPct val="0"/>
                </a:spcBef>
                <a:spcAft>
                  <a:spcPct val="0"/>
                </a:spcAft>
              </a:pPr>
              <a:r>
                <a:rPr lang="en-US" sz="1000" dirty="0">
                  <a:solidFill>
                    <a:schemeClr val="bg1"/>
                  </a:solidFill>
                  <a:ea typeface="Segoe UI" pitchFamily="34" charset="0"/>
                  <a:cs typeface="Segoe UI" pitchFamily="34" charset="0"/>
                </a:rPr>
                <a:t>i</a:t>
              </a:r>
              <a:r>
                <a:rPr lang="en-US" sz="1000" dirty="0" smtClean="0">
                  <a:solidFill>
                    <a:schemeClr val="bg1"/>
                  </a:solidFill>
                  <a:ea typeface="Segoe UI" pitchFamily="34" charset="0"/>
                  <a:cs typeface="Segoe UI" pitchFamily="34" charset="0"/>
                </a:rPr>
                <a:t>nstance level</a:t>
              </a:r>
            </a:p>
          </p:txBody>
        </p:sp>
        <p:sp>
          <p:nvSpPr>
            <p:cNvPr id="9" name="Rectangle 8"/>
            <p:cNvSpPr/>
            <p:nvPr/>
          </p:nvSpPr>
          <p:spPr bwMode="auto">
            <a:xfrm>
              <a:off x="7130316" y="4991603"/>
              <a:ext cx="2705100" cy="43815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050" dirty="0" smtClean="0">
                  <a:solidFill>
                    <a:schemeClr val="tx1"/>
                  </a:solidFill>
                  <a:ea typeface="Segoe UI" pitchFamily="34" charset="0"/>
                  <a:cs typeface="Segoe UI" pitchFamily="34" charset="0"/>
                </a:rPr>
                <a:t>User database</a:t>
              </a:r>
              <a:br>
                <a:rPr lang="en-US" sz="1050" dirty="0" smtClean="0">
                  <a:solidFill>
                    <a:schemeClr val="tx1"/>
                  </a:solidFill>
                  <a:ea typeface="Segoe UI" pitchFamily="34" charset="0"/>
                  <a:cs typeface="Segoe UI" pitchFamily="34" charset="0"/>
                </a:rPr>
              </a:br>
              <a:r>
                <a:rPr lang="en-US" sz="1050" dirty="0" smtClean="0">
                  <a:solidFill>
                    <a:schemeClr val="tx1"/>
                  </a:solidFill>
                  <a:ea typeface="Segoe UI" pitchFamily="34" charset="0"/>
                  <a:cs typeface="Segoe UI" pitchFamily="34" charset="0"/>
                </a:rPr>
                <a:t>level</a:t>
              </a:r>
            </a:p>
          </p:txBody>
        </p:sp>
        <p:sp>
          <p:nvSpPr>
            <p:cNvPr id="18" name="TextBox 17"/>
            <p:cNvSpPr txBox="1"/>
            <p:nvPr/>
          </p:nvSpPr>
          <p:spPr>
            <a:xfrm>
              <a:off x="8374670" y="5243027"/>
              <a:ext cx="1366563" cy="124650"/>
            </a:xfrm>
            <a:prstGeom prst="rect">
              <a:avLst/>
            </a:prstGeom>
            <a:noFill/>
          </p:spPr>
          <p:txBody>
            <a:bodyPr wrap="square" lIns="0" tIns="0" rIns="0" bIns="0" rtlCol="0">
              <a:spAutoFit/>
            </a:bodyPr>
            <a:lstStyle/>
            <a:p>
              <a:pPr>
                <a:lnSpc>
                  <a:spcPct val="90000"/>
                </a:lnSpc>
                <a:spcAft>
                  <a:spcPts val="600"/>
                </a:spcAft>
              </a:pPr>
              <a:r>
                <a:rPr lang="en-US" sz="900" b="1" dirty="0" smtClean="0"/>
                <a:t>Database Encryption Key</a:t>
              </a:r>
            </a:p>
          </p:txBody>
        </p:sp>
        <p:sp>
          <p:nvSpPr>
            <p:cNvPr id="22" name="TextBox 21"/>
            <p:cNvSpPr txBox="1"/>
            <p:nvPr/>
          </p:nvSpPr>
          <p:spPr>
            <a:xfrm>
              <a:off x="8374670" y="2758588"/>
              <a:ext cx="1366563" cy="124650"/>
            </a:xfrm>
            <a:prstGeom prst="rect">
              <a:avLst/>
            </a:prstGeom>
            <a:noFill/>
          </p:spPr>
          <p:txBody>
            <a:bodyPr wrap="square" lIns="0" tIns="0" rIns="0" bIns="0" rtlCol="0">
              <a:spAutoFit/>
            </a:bodyPr>
            <a:lstStyle/>
            <a:p>
              <a:pPr algn="r">
                <a:lnSpc>
                  <a:spcPct val="90000"/>
                </a:lnSpc>
                <a:spcAft>
                  <a:spcPts val="600"/>
                </a:spcAft>
              </a:pPr>
              <a:r>
                <a:rPr lang="en-US" sz="900" b="1" dirty="0" smtClean="0">
                  <a:solidFill>
                    <a:schemeClr val="bg1"/>
                  </a:solidFill>
                </a:rPr>
                <a:t>Service Master Key</a:t>
              </a:r>
            </a:p>
          </p:txBody>
        </p:sp>
        <p:cxnSp>
          <p:nvCxnSpPr>
            <p:cNvPr id="29" name="Straight Arrow Connector 28"/>
            <p:cNvCxnSpPr/>
            <p:nvPr/>
          </p:nvCxnSpPr>
          <p:spPr>
            <a:xfrm>
              <a:off x="7337842" y="2173211"/>
              <a:ext cx="0" cy="338985"/>
            </a:xfrm>
            <a:prstGeom prst="straightConnector1">
              <a:avLst/>
            </a:prstGeom>
            <a:ln w="31750">
              <a:solidFill>
                <a:schemeClr val="bg2"/>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347893" y="2175662"/>
              <a:ext cx="2497574" cy="365760"/>
            </a:xfrm>
            <a:prstGeom prst="rect">
              <a:avLst/>
            </a:prstGeom>
            <a:noFill/>
          </p:spPr>
          <p:txBody>
            <a:bodyPr wrap="square" lIns="91440" tIns="0" rIns="0" bIns="0" rtlCol="0" anchor="ctr" anchorCtr="0">
              <a:noAutofit/>
            </a:bodyPr>
            <a:lstStyle/>
            <a:p>
              <a:pPr>
                <a:lnSpc>
                  <a:spcPct val="90000"/>
                </a:lnSpc>
                <a:spcAft>
                  <a:spcPts val="600"/>
                </a:spcAft>
              </a:pPr>
              <a:r>
                <a:rPr lang="en-US" sz="800" b="1" dirty="0" smtClean="0">
                  <a:solidFill>
                    <a:schemeClr val="bg1"/>
                  </a:solidFill>
                </a:rPr>
                <a:t>DPAPI encrypts Service Master Key </a:t>
              </a:r>
            </a:p>
          </p:txBody>
        </p:sp>
        <p:grpSp>
          <p:nvGrpSpPr>
            <p:cNvPr id="68" name="Group 67"/>
            <p:cNvGrpSpPr/>
            <p:nvPr/>
          </p:nvGrpSpPr>
          <p:grpSpPr>
            <a:xfrm>
              <a:off x="7130316" y="3328190"/>
              <a:ext cx="2705100" cy="438150"/>
              <a:chOff x="415472" y="3581654"/>
              <a:chExt cx="2705100" cy="438150"/>
            </a:xfrm>
          </p:grpSpPr>
          <p:sp>
            <p:nvSpPr>
              <p:cNvPr id="8" name="Rectangle 7"/>
              <p:cNvSpPr/>
              <p:nvPr/>
            </p:nvSpPr>
            <p:spPr bwMode="auto">
              <a:xfrm>
                <a:off x="415472" y="3581654"/>
                <a:ext cx="2705100" cy="43815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050" u="sng" dirty="0" smtClean="0">
                    <a:solidFill>
                      <a:schemeClr val="tx1"/>
                    </a:solidFill>
                    <a:ea typeface="Segoe UI" pitchFamily="34" charset="0"/>
                    <a:cs typeface="Segoe UI" pitchFamily="34" charset="0"/>
                  </a:rPr>
                  <a:t>Master</a:t>
                </a:r>
                <a:r>
                  <a:rPr lang="en-US" sz="1050" dirty="0" smtClean="0">
                    <a:solidFill>
                      <a:schemeClr val="tx1"/>
                    </a:solidFill>
                    <a:ea typeface="Segoe UI" pitchFamily="34" charset="0"/>
                    <a:cs typeface="Segoe UI" pitchFamily="34" charset="0"/>
                  </a:rPr>
                  <a:t/>
                </a:r>
                <a:br>
                  <a:rPr lang="en-US" sz="1050" dirty="0" smtClean="0">
                    <a:solidFill>
                      <a:schemeClr val="tx1"/>
                    </a:solidFill>
                    <a:ea typeface="Segoe UI" pitchFamily="34" charset="0"/>
                    <a:cs typeface="Segoe UI" pitchFamily="34" charset="0"/>
                  </a:rPr>
                </a:br>
                <a:r>
                  <a:rPr lang="en-US" sz="1050" dirty="0" smtClean="0">
                    <a:solidFill>
                      <a:schemeClr val="tx1"/>
                    </a:solidFill>
                    <a:ea typeface="Segoe UI" pitchFamily="34" charset="0"/>
                    <a:cs typeface="Segoe UI" pitchFamily="34" charset="0"/>
                  </a:rPr>
                  <a:t>database level</a:t>
                </a:r>
              </a:p>
            </p:txBody>
          </p:sp>
          <p:sp>
            <p:nvSpPr>
              <p:cNvPr id="20" name="TextBox 19"/>
              <p:cNvSpPr txBox="1"/>
              <p:nvPr/>
            </p:nvSpPr>
            <p:spPr>
              <a:xfrm>
                <a:off x="1659826" y="3820303"/>
                <a:ext cx="1366563" cy="124650"/>
              </a:xfrm>
              <a:prstGeom prst="rect">
                <a:avLst/>
              </a:prstGeom>
              <a:noFill/>
            </p:spPr>
            <p:txBody>
              <a:bodyPr wrap="square" lIns="0" tIns="0" rIns="0" bIns="0" rtlCol="0">
                <a:spAutoFit/>
              </a:bodyPr>
              <a:lstStyle/>
              <a:p>
                <a:pPr>
                  <a:lnSpc>
                    <a:spcPct val="90000"/>
                  </a:lnSpc>
                  <a:spcAft>
                    <a:spcPts val="600"/>
                  </a:spcAft>
                </a:pPr>
                <a:r>
                  <a:rPr lang="en-US" sz="900" b="1" dirty="0" smtClean="0"/>
                  <a:t>Database Encryption Key</a:t>
                </a:r>
              </a:p>
            </p:txBody>
          </p:sp>
        </p:grpSp>
        <p:cxnSp>
          <p:nvCxnSpPr>
            <p:cNvPr id="33" name="Straight Arrow Connector 32"/>
            <p:cNvCxnSpPr/>
            <p:nvPr/>
          </p:nvCxnSpPr>
          <p:spPr>
            <a:xfrm>
              <a:off x="7337842" y="2955109"/>
              <a:ext cx="0" cy="373860"/>
            </a:xfrm>
            <a:prstGeom prst="straightConnector1">
              <a:avLst/>
            </a:prstGeom>
            <a:ln w="31750">
              <a:solidFill>
                <a:schemeClr val="bg2"/>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7337842" y="3761213"/>
              <a:ext cx="0" cy="375485"/>
            </a:xfrm>
            <a:prstGeom prst="straightConnector1">
              <a:avLst/>
            </a:prstGeom>
            <a:ln w="31750">
              <a:solidFill>
                <a:schemeClr val="bg2"/>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347893" y="2963209"/>
              <a:ext cx="2497574" cy="365760"/>
            </a:xfrm>
            <a:prstGeom prst="rect">
              <a:avLst/>
            </a:prstGeom>
            <a:noFill/>
          </p:spPr>
          <p:txBody>
            <a:bodyPr wrap="square" lIns="91440" tIns="0" rIns="0" bIns="0" rtlCol="0" anchor="ctr" anchorCtr="0">
              <a:noAutofit/>
            </a:bodyPr>
            <a:lstStyle/>
            <a:p>
              <a:pPr>
                <a:lnSpc>
                  <a:spcPct val="90000"/>
                </a:lnSpc>
                <a:spcAft>
                  <a:spcPts val="600"/>
                </a:spcAft>
              </a:pPr>
              <a:r>
                <a:rPr lang="en-US" sz="800" b="1" dirty="0" smtClean="0">
                  <a:solidFill>
                    <a:schemeClr val="bg1"/>
                  </a:solidFill>
                </a:rPr>
                <a:t>Service Master Key encrypts Database </a:t>
              </a:r>
              <a:r>
                <a:rPr lang="en-US" sz="800" b="1" dirty="0">
                  <a:solidFill>
                    <a:schemeClr val="bg1"/>
                  </a:solidFill>
                </a:rPr>
                <a:t>M</a:t>
              </a:r>
              <a:r>
                <a:rPr lang="en-US" sz="800" b="1" dirty="0" smtClean="0">
                  <a:solidFill>
                    <a:schemeClr val="bg1"/>
                  </a:solidFill>
                </a:rPr>
                <a:t>aster Key for </a:t>
              </a:r>
              <a:r>
                <a:rPr lang="en-US" sz="800" b="1" u="sng" dirty="0" smtClean="0">
                  <a:solidFill>
                    <a:schemeClr val="bg1"/>
                  </a:solidFill>
                </a:rPr>
                <a:t>master</a:t>
              </a:r>
              <a:r>
                <a:rPr lang="en-US" sz="800" b="1" dirty="0" smtClean="0">
                  <a:solidFill>
                    <a:schemeClr val="bg1"/>
                  </a:solidFill>
                </a:rPr>
                <a:t> database</a:t>
              </a:r>
            </a:p>
          </p:txBody>
        </p:sp>
        <p:sp>
          <p:nvSpPr>
            <p:cNvPr id="66" name="TextBox 65"/>
            <p:cNvSpPr txBox="1"/>
            <p:nvPr/>
          </p:nvSpPr>
          <p:spPr>
            <a:xfrm>
              <a:off x="7347893" y="3770938"/>
              <a:ext cx="2695049" cy="365760"/>
            </a:xfrm>
            <a:prstGeom prst="rect">
              <a:avLst/>
            </a:prstGeom>
            <a:noFill/>
          </p:spPr>
          <p:txBody>
            <a:bodyPr wrap="square" lIns="91440" tIns="0" rIns="0" bIns="0" rtlCol="0" anchor="ctr" anchorCtr="0">
              <a:noAutofit/>
            </a:bodyPr>
            <a:lstStyle/>
            <a:p>
              <a:pPr>
                <a:lnSpc>
                  <a:spcPct val="90000"/>
                </a:lnSpc>
                <a:spcAft>
                  <a:spcPts val="600"/>
                </a:spcAft>
              </a:pPr>
              <a:r>
                <a:rPr lang="en-US" sz="800" b="1" dirty="0" smtClean="0">
                  <a:solidFill>
                    <a:schemeClr val="bg1"/>
                  </a:solidFill>
                </a:rPr>
                <a:t>Database </a:t>
              </a:r>
              <a:r>
                <a:rPr lang="en-US" sz="800" b="1" dirty="0">
                  <a:solidFill>
                    <a:schemeClr val="bg1"/>
                  </a:solidFill>
                </a:rPr>
                <a:t>M</a:t>
              </a:r>
              <a:r>
                <a:rPr lang="en-US" sz="800" b="1" dirty="0" smtClean="0">
                  <a:solidFill>
                    <a:schemeClr val="bg1"/>
                  </a:solidFill>
                </a:rPr>
                <a:t>aster </a:t>
              </a:r>
              <a:r>
                <a:rPr lang="en-US" sz="800" b="1" dirty="0">
                  <a:solidFill>
                    <a:schemeClr val="bg1"/>
                  </a:solidFill>
                </a:rPr>
                <a:t>K</a:t>
              </a:r>
              <a:r>
                <a:rPr lang="en-US" sz="800" b="1" dirty="0" smtClean="0">
                  <a:solidFill>
                    <a:schemeClr val="bg1"/>
                  </a:solidFill>
                </a:rPr>
                <a:t>ey of </a:t>
              </a:r>
              <a:r>
                <a:rPr lang="en-US" sz="800" b="1" u="sng" dirty="0" smtClean="0">
                  <a:solidFill>
                    <a:schemeClr val="bg1"/>
                  </a:solidFill>
                </a:rPr>
                <a:t>master</a:t>
              </a:r>
              <a:r>
                <a:rPr lang="en-US" sz="800" b="1" dirty="0" smtClean="0">
                  <a:solidFill>
                    <a:schemeClr val="bg1"/>
                  </a:solidFill>
                </a:rPr>
                <a:t> database creates certificate in </a:t>
              </a:r>
              <a:r>
                <a:rPr lang="en-US" sz="800" b="1" u="sng" dirty="0" smtClean="0">
                  <a:solidFill>
                    <a:schemeClr val="bg1"/>
                  </a:solidFill>
                </a:rPr>
                <a:t>master</a:t>
              </a:r>
              <a:r>
                <a:rPr lang="en-US" sz="800" b="1" dirty="0" smtClean="0">
                  <a:solidFill>
                    <a:schemeClr val="bg1"/>
                  </a:solidFill>
                </a:rPr>
                <a:t> database</a:t>
              </a:r>
            </a:p>
          </p:txBody>
        </p:sp>
        <p:cxnSp>
          <p:nvCxnSpPr>
            <p:cNvPr id="74" name="Straight Arrow Connector 73"/>
            <p:cNvCxnSpPr/>
            <p:nvPr/>
          </p:nvCxnSpPr>
          <p:spPr>
            <a:xfrm>
              <a:off x="7337842" y="4596535"/>
              <a:ext cx="0" cy="390879"/>
            </a:xfrm>
            <a:prstGeom prst="straightConnector1">
              <a:avLst/>
            </a:prstGeom>
            <a:ln w="31750">
              <a:solidFill>
                <a:schemeClr val="bg2"/>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7347894" y="4621654"/>
              <a:ext cx="2497574" cy="365760"/>
            </a:xfrm>
            <a:prstGeom prst="rect">
              <a:avLst/>
            </a:prstGeom>
            <a:noFill/>
          </p:spPr>
          <p:txBody>
            <a:bodyPr wrap="square" lIns="91440" tIns="0" rIns="0" bIns="0" rtlCol="0" anchor="ctr" anchorCtr="0">
              <a:noAutofit/>
            </a:bodyPr>
            <a:lstStyle/>
            <a:p>
              <a:pPr>
                <a:lnSpc>
                  <a:spcPct val="90000"/>
                </a:lnSpc>
                <a:spcAft>
                  <a:spcPts val="600"/>
                </a:spcAft>
              </a:pPr>
              <a:r>
                <a:rPr lang="en-US" sz="800" b="1" dirty="0">
                  <a:solidFill>
                    <a:schemeClr val="bg1"/>
                  </a:solidFill>
                </a:rPr>
                <a:t>C</a:t>
              </a:r>
              <a:r>
                <a:rPr lang="en-US" sz="800" b="1" dirty="0" smtClean="0">
                  <a:solidFill>
                    <a:schemeClr val="bg1"/>
                  </a:solidFill>
                </a:rPr>
                <a:t>ertificate encrypts Database Encryption Key in </a:t>
              </a:r>
              <a:r>
                <a:rPr lang="en-US" sz="800" b="1" u="sng" dirty="0" smtClean="0">
                  <a:solidFill>
                    <a:schemeClr val="bg1"/>
                  </a:solidFill>
                </a:rPr>
                <a:t>user</a:t>
              </a:r>
              <a:r>
                <a:rPr lang="en-US" sz="800" b="1" dirty="0" smtClean="0">
                  <a:solidFill>
                    <a:schemeClr val="bg1"/>
                  </a:solidFill>
                </a:rPr>
                <a:t> database</a:t>
              </a:r>
            </a:p>
          </p:txBody>
        </p:sp>
        <p:sp>
          <p:nvSpPr>
            <p:cNvPr id="76" name="TextBox 75"/>
            <p:cNvSpPr txBox="1"/>
            <p:nvPr/>
          </p:nvSpPr>
          <p:spPr>
            <a:xfrm>
              <a:off x="7347893" y="5500037"/>
              <a:ext cx="2695049" cy="365760"/>
            </a:xfrm>
            <a:prstGeom prst="rect">
              <a:avLst/>
            </a:prstGeom>
            <a:noFill/>
          </p:spPr>
          <p:txBody>
            <a:bodyPr wrap="square" lIns="91440" tIns="0" rIns="0" bIns="0" rtlCol="0" anchor="ctr" anchorCtr="0">
              <a:noAutofit/>
            </a:bodyPr>
            <a:lstStyle/>
            <a:p>
              <a:pPr>
                <a:lnSpc>
                  <a:spcPct val="90000"/>
                </a:lnSpc>
                <a:spcAft>
                  <a:spcPts val="600"/>
                </a:spcAft>
              </a:pPr>
              <a:r>
                <a:rPr lang="en-US" sz="800" b="1" dirty="0">
                  <a:solidFill>
                    <a:schemeClr val="bg1"/>
                  </a:solidFill>
                </a:rPr>
                <a:t>E</a:t>
              </a:r>
              <a:r>
                <a:rPr lang="en-US" sz="800" b="1" dirty="0" smtClean="0">
                  <a:solidFill>
                    <a:schemeClr val="bg1"/>
                  </a:solidFill>
                </a:rPr>
                <a:t>ntire user database is secured by Database Encryption Key of user database with transparent database encryption</a:t>
              </a:r>
            </a:p>
          </p:txBody>
        </p:sp>
        <p:cxnSp>
          <p:nvCxnSpPr>
            <p:cNvPr id="77" name="Straight Arrow Connector 76"/>
            <p:cNvCxnSpPr/>
            <p:nvPr/>
          </p:nvCxnSpPr>
          <p:spPr>
            <a:xfrm>
              <a:off x="7337842" y="5429753"/>
              <a:ext cx="0" cy="506227"/>
            </a:xfrm>
            <a:prstGeom prst="straightConnector1">
              <a:avLst/>
            </a:prstGeom>
            <a:ln w="31750">
              <a:solidFill>
                <a:schemeClr val="bg2"/>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82" name="Freeform 5"/>
            <p:cNvSpPr>
              <a:spLocks noEditPoints="1"/>
            </p:cNvSpPr>
            <p:nvPr/>
          </p:nvSpPr>
          <p:spPr bwMode="auto">
            <a:xfrm>
              <a:off x="7179927" y="5935980"/>
              <a:ext cx="316356" cy="417275"/>
            </a:xfrm>
            <a:custGeom>
              <a:avLst/>
              <a:gdLst>
                <a:gd name="T0" fmla="*/ 184 w 184"/>
                <a:gd name="T1" fmla="*/ 38 h 244"/>
                <a:gd name="T2" fmla="*/ 184 w 184"/>
                <a:gd name="T3" fmla="*/ 36 h 244"/>
                <a:gd name="T4" fmla="*/ 178 w 184"/>
                <a:gd name="T5" fmla="*/ 24 h 244"/>
                <a:gd name="T6" fmla="*/ 156 w 184"/>
                <a:gd name="T7" fmla="*/ 11 h 244"/>
                <a:gd name="T8" fmla="*/ 105 w 184"/>
                <a:gd name="T9" fmla="*/ 0 h 244"/>
                <a:gd name="T10" fmla="*/ 103 w 184"/>
                <a:gd name="T11" fmla="*/ 0 h 244"/>
                <a:gd name="T12" fmla="*/ 80 w 184"/>
                <a:gd name="T13" fmla="*/ 0 h 244"/>
                <a:gd name="T14" fmla="*/ 78 w 184"/>
                <a:gd name="T15" fmla="*/ 0 h 244"/>
                <a:gd name="T16" fmla="*/ 23 w 184"/>
                <a:gd name="T17" fmla="*/ 13 h 244"/>
                <a:gd name="T18" fmla="*/ 5 w 184"/>
                <a:gd name="T19" fmla="*/ 24 h 244"/>
                <a:gd name="T20" fmla="*/ 0 w 184"/>
                <a:gd name="T21" fmla="*/ 37 h 244"/>
                <a:gd name="T22" fmla="*/ 0 w 184"/>
                <a:gd name="T23" fmla="*/ 205 h 244"/>
                <a:gd name="T24" fmla="*/ 8 w 184"/>
                <a:gd name="T25" fmla="*/ 222 h 244"/>
                <a:gd name="T26" fmla="*/ 37 w 184"/>
                <a:gd name="T27" fmla="*/ 237 h 244"/>
                <a:gd name="T28" fmla="*/ 77 w 184"/>
                <a:gd name="T29" fmla="*/ 244 h 244"/>
                <a:gd name="T30" fmla="*/ 79 w 184"/>
                <a:gd name="T31" fmla="*/ 244 h 244"/>
                <a:gd name="T32" fmla="*/ 105 w 184"/>
                <a:gd name="T33" fmla="*/ 244 h 244"/>
                <a:gd name="T34" fmla="*/ 113 w 184"/>
                <a:gd name="T35" fmla="*/ 243 h 244"/>
                <a:gd name="T36" fmla="*/ 161 w 184"/>
                <a:gd name="T37" fmla="*/ 231 h 244"/>
                <a:gd name="T38" fmla="*/ 181 w 184"/>
                <a:gd name="T39" fmla="*/ 217 h 244"/>
                <a:gd name="T40" fmla="*/ 184 w 184"/>
                <a:gd name="T41" fmla="*/ 209 h 244"/>
                <a:gd name="T42" fmla="*/ 184 w 184"/>
                <a:gd name="T43" fmla="*/ 207 h 244"/>
                <a:gd name="T44" fmla="*/ 184 w 184"/>
                <a:gd name="T45" fmla="*/ 38 h 244"/>
                <a:gd name="T46" fmla="*/ 154 w 184"/>
                <a:gd name="T47" fmla="*/ 39 h 244"/>
                <a:gd name="T48" fmla="*/ 138 w 184"/>
                <a:gd name="T49" fmla="*/ 47 h 244"/>
                <a:gd name="T50" fmla="*/ 92 w 184"/>
                <a:gd name="T51" fmla="*/ 53 h 244"/>
                <a:gd name="T52" fmla="*/ 43 w 184"/>
                <a:gd name="T53" fmla="*/ 46 h 244"/>
                <a:gd name="T54" fmla="*/ 30 w 184"/>
                <a:gd name="T55" fmla="*/ 39 h 244"/>
                <a:gd name="T56" fmla="*/ 30 w 184"/>
                <a:gd name="T57" fmla="*/ 26 h 244"/>
                <a:gd name="T58" fmla="*/ 50 w 184"/>
                <a:gd name="T59" fmla="*/ 17 h 244"/>
                <a:gd name="T60" fmla="*/ 106 w 184"/>
                <a:gd name="T61" fmla="*/ 13 h 244"/>
                <a:gd name="T62" fmla="*/ 141 w 184"/>
                <a:gd name="T63" fmla="*/ 20 h 244"/>
                <a:gd name="T64" fmla="*/ 154 w 184"/>
                <a:gd name="T65" fmla="*/ 26 h 244"/>
                <a:gd name="T66" fmla="*/ 154 w 184"/>
                <a:gd name="T67" fmla="*/ 39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244">
                  <a:moveTo>
                    <a:pt x="184" y="38"/>
                  </a:moveTo>
                  <a:cubicBezTo>
                    <a:pt x="184" y="38"/>
                    <a:pt x="184" y="37"/>
                    <a:pt x="184" y="36"/>
                  </a:cubicBezTo>
                  <a:cubicBezTo>
                    <a:pt x="183" y="31"/>
                    <a:pt x="181" y="27"/>
                    <a:pt x="178" y="24"/>
                  </a:cubicBezTo>
                  <a:cubicBezTo>
                    <a:pt x="171" y="18"/>
                    <a:pt x="164" y="14"/>
                    <a:pt x="156" y="11"/>
                  </a:cubicBezTo>
                  <a:cubicBezTo>
                    <a:pt x="139" y="4"/>
                    <a:pt x="122" y="1"/>
                    <a:pt x="105" y="0"/>
                  </a:cubicBezTo>
                  <a:cubicBezTo>
                    <a:pt x="104" y="0"/>
                    <a:pt x="104" y="0"/>
                    <a:pt x="103" y="0"/>
                  </a:cubicBezTo>
                  <a:cubicBezTo>
                    <a:pt x="95" y="0"/>
                    <a:pt x="88" y="0"/>
                    <a:pt x="80" y="0"/>
                  </a:cubicBezTo>
                  <a:cubicBezTo>
                    <a:pt x="80" y="0"/>
                    <a:pt x="79" y="0"/>
                    <a:pt x="78" y="0"/>
                  </a:cubicBezTo>
                  <a:cubicBezTo>
                    <a:pt x="59" y="1"/>
                    <a:pt x="40" y="5"/>
                    <a:pt x="23" y="13"/>
                  </a:cubicBezTo>
                  <a:cubicBezTo>
                    <a:pt x="16" y="15"/>
                    <a:pt x="10" y="19"/>
                    <a:pt x="5" y="24"/>
                  </a:cubicBezTo>
                  <a:cubicBezTo>
                    <a:pt x="2" y="28"/>
                    <a:pt x="0" y="32"/>
                    <a:pt x="0" y="37"/>
                  </a:cubicBezTo>
                  <a:cubicBezTo>
                    <a:pt x="0" y="93"/>
                    <a:pt x="0" y="149"/>
                    <a:pt x="0" y="205"/>
                  </a:cubicBezTo>
                  <a:cubicBezTo>
                    <a:pt x="0" y="212"/>
                    <a:pt x="3" y="217"/>
                    <a:pt x="8" y="222"/>
                  </a:cubicBezTo>
                  <a:cubicBezTo>
                    <a:pt x="16" y="229"/>
                    <a:pt x="27" y="233"/>
                    <a:pt x="37" y="237"/>
                  </a:cubicBezTo>
                  <a:cubicBezTo>
                    <a:pt x="50" y="241"/>
                    <a:pt x="63" y="243"/>
                    <a:pt x="77" y="244"/>
                  </a:cubicBezTo>
                  <a:cubicBezTo>
                    <a:pt x="77" y="244"/>
                    <a:pt x="78" y="244"/>
                    <a:pt x="79" y="244"/>
                  </a:cubicBezTo>
                  <a:cubicBezTo>
                    <a:pt x="87" y="244"/>
                    <a:pt x="96" y="244"/>
                    <a:pt x="105" y="244"/>
                  </a:cubicBezTo>
                  <a:cubicBezTo>
                    <a:pt x="107" y="243"/>
                    <a:pt x="110" y="244"/>
                    <a:pt x="113" y="243"/>
                  </a:cubicBezTo>
                  <a:cubicBezTo>
                    <a:pt x="129" y="242"/>
                    <a:pt x="146" y="239"/>
                    <a:pt x="161" y="231"/>
                  </a:cubicBezTo>
                  <a:cubicBezTo>
                    <a:pt x="169" y="228"/>
                    <a:pt x="176" y="224"/>
                    <a:pt x="181" y="217"/>
                  </a:cubicBezTo>
                  <a:cubicBezTo>
                    <a:pt x="182" y="215"/>
                    <a:pt x="183" y="212"/>
                    <a:pt x="184" y="209"/>
                  </a:cubicBezTo>
                  <a:cubicBezTo>
                    <a:pt x="184" y="209"/>
                    <a:pt x="184" y="208"/>
                    <a:pt x="184" y="207"/>
                  </a:cubicBezTo>
                  <a:cubicBezTo>
                    <a:pt x="184" y="151"/>
                    <a:pt x="184" y="95"/>
                    <a:pt x="184" y="38"/>
                  </a:cubicBezTo>
                  <a:close/>
                  <a:moveTo>
                    <a:pt x="154" y="39"/>
                  </a:moveTo>
                  <a:cubicBezTo>
                    <a:pt x="149" y="43"/>
                    <a:pt x="143" y="45"/>
                    <a:pt x="138" y="47"/>
                  </a:cubicBezTo>
                  <a:cubicBezTo>
                    <a:pt x="123" y="51"/>
                    <a:pt x="107" y="53"/>
                    <a:pt x="92" y="53"/>
                  </a:cubicBezTo>
                  <a:cubicBezTo>
                    <a:pt x="75" y="53"/>
                    <a:pt x="59" y="51"/>
                    <a:pt x="43" y="46"/>
                  </a:cubicBezTo>
                  <a:cubicBezTo>
                    <a:pt x="38" y="44"/>
                    <a:pt x="34" y="43"/>
                    <a:pt x="30" y="39"/>
                  </a:cubicBezTo>
                  <a:cubicBezTo>
                    <a:pt x="25" y="35"/>
                    <a:pt x="25" y="30"/>
                    <a:pt x="30" y="26"/>
                  </a:cubicBezTo>
                  <a:cubicBezTo>
                    <a:pt x="36" y="21"/>
                    <a:pt x="43" y="19"/>
                    <a:pt x="50" y="17"/>
                  </a:cubicBezTo>
                  <a:cubicBezTo>
                    <a:pt x="69" y="13"/>
                    <a:pt x="87" y="12"/>
                    <a:pt x="106" y="13"/>
                  </a:cubicBezTo>
                  <a:cubicBezTo>
                    <a:pt x="118" y="14"/>
                    <a:pt x="130" y="16"/>
                    <a:pt x="141" y="20"/>
                  </a:cubicBezTo>
                  <a:cubicBezTo>
                    <a:pt x="146" y="21"/>
                    <a:pt x="150" y="23"/>
                    <a:pt x="154" y="26"/>
                  </a:cubicBezTo>
                  <a:cubicBezTo>
                    <a:pt x="158" y="30"/>
                    <a:pt x="158" y="35"/>
                    <a:pt x="154" y="39"/>
                  </a:cubicBezTo>
                  <a:close/>
                </a:path>
              </a:pathLst>
            </a:custGeom>
            <a:solidFill>
              <a:schemeClr val="bg2"/>
            </a:solidFill>
            <a:ln>
              <a:noFill/>
            </a:ln>
          </p:spPr>
          <p:txBody>
            <a:bodyPr vert="horz" wrap="square" lIns="93260" tIns="186521" rIns="93260" bIns="46630" numCol="1" anchor="ctr" anchorCtr="0" compatLnSpc="1">
              <a:prstTxWarp prst="textNoShape">
                <a:avLst/>
              </a:prstTxWarp>
            </a:bodyPr>
            <a:lstStyle/>
            <a:p>
              <a:pPr algn="ctr"/>
              <a:endParaRPr lang="en-US" sz="918" dirty="0">
                <a:solidFill>
                  <a:schemeClr val="bg1"/>
                </a:solidFill>
              </a:endParaRPr>
            </a:p>
          </p:txBody>
        </p:sp>
        <p:sp>
          <p:nvSpPr>
            <p:cNvPr id="83" name="TextBox 82"/>
            <p:cNvSpPr txBox="1"/>
            <p:nvPr/>
          </p:nvSpPr>
          <p:spPr>
            <a:xfrm>
              <a:off x="9845467" y="2582389"/>
              <a:ext cx="2497574" cy="323165"/>
            </a:xfrm>
            <a:prstGeom prst="rect">
              <a:avLst/>
            </a:prstGeom>
            <a:noFill/>
          </p:spPr>
          <p:txBody>
            <a:bodyPr wrap="square" lIns="91440" tIns="91440" rIns="0" bIns="91440" rtlCol="0">
              <a:spAutoFit/>
            </a:bodyPr>
            <a:lstStyle/>
            <a:p>
              <a:pPr>
                <a:spcAft>
                  <a:spcPts val="0"/>
                </a:spcAft>
              </a:pPr>
              <a:r>
                <a:rPr lang="en-US" sz="900" b="1" dirty="0" smtClean="0">
                  <a:solidFill>
                    <a:schemeClr val="bg1"/>
                  </a:solidFill>
                </a:rPr>
                <a:t>Created at time of SQL Server setup</a:t>
              </a:r>
            </a:p>
          </p:txBody>
        </p:sp>
        <p:sp>
          <p:nvSpPr>
            <p:cNvPr id="84" name="TextBox 83"/>
            <p:cNvSpPr txBox="1"/>
            <p:nvPr/>
          </p:nvSpPr>
          <p:spPr>
            <a:xfrm>
              <a:off x="9845467" y="3309442"/>
              <a:ext cx="2497574" cy="461665"/>
            </a:xfrm>
            <a:prstGeom prst="rect">
              <a:avLst/>
            </a:prstGeom>
            <a:noFill/>
          </p:spPr>
          <p:txBody>
            <a:bodyPr wrap="square" lIns="91440" tIns="91440" rIns="0" bIns="91440" rtlCol="0">
              <a:spAutoFit/>
            </a:bodyPr>
            <a:lstStyle/>
            <a:p>
              <a:pPr>
                <a:spcAft>
                  <a:spcPts val="0"/>
                </a:spcAft>
              </a:pPr>
              <a:r>
                <a:rPr lang="en-US" sz="900" b="1" dirty="0" smtClean="0">
                  <a:solidFill>
                    <a:schemeClr val="bg1"/>
                  </a:solidFill>
                </a:rPr>
                <a:t>Statement:</a:t>
              </a:r>
              <a:br>
                <a:rPr lang="en-US" sz="900" b="1" dirty="0" smtClean="0">
                  <a:solidFill>
                    <a:schemeClr val="bg1"/>
                  </a:solidFill>
                </a:rPr>
              </a:br>
              <a:r>
                <a:rPr lang="en-US" sz="900" b="1" dirty="0" smtClean="0">
                  <a:solidFill>
                    <a:schemeClr val="bg1"/>
                  </a:solidFill>
                </a:rPr>
                <a:t>CREATE MASTER KEY…</a:t>
              </a:r>
            </a:p>
          </p:txBody>
        </p:sp>
        <p:sp>
          <p:nvSpPr>
            <p:cNvPr id="85" name="TextBox 84"/>
            <p:cNvSpPr txBox="1"/>
            <p:nvPr/>
          </p:nvSpPr>
          <p:spPr>
            <a:xfrm>
              <a:off x="9845467" y="4121579"/>
              <a:ext cx="2497574" cy="461665"/>
            </a:xfrm>
            <a:prstGeom prst="rect">
              <a:avLst/>
            </a:prstGeom>
            <a:noFill/>
          </p:spPr>
          <p:txBody>
            <a:bodyPr wrap="square" lIns="91440" tIns="91440" rIns="0" bIns="91440" rtlCol="0">
              <a:spAutoFit/>
            </a:bodyPr>
            <a:lstStyle/>
            <a:p>
              <a:pPr>
                <a:spcAft>
                  <a:spcPts val="0"/>
                </a:spcAft>
              </a:pPr>
              <a:r>
                <a:rPr lang="en-US" sz="900" b="1" dirty="0" smtClean="0">
                  <a:solidFill>
                    <a:schemeClr val="bg1"/>
                  </a:solidFill>
                </a:rPr>
                <a:t>Statement:</a:t>
              </a:r>
              <a:br>
                <a:rPr lang="en-US" sz="900" b="1" dirty="0" smtClean="0">
                  <a:solidFill>
                    <a:schemeClr val="bg1"/>
                  </a:solidFill>
                </a:rPr>
              </a:br>
              <a:r>
                <a:rPr lang="en-US" sz="900" b="1" dirty="0" smtClean="0">
                  <a:solidFill>
                    <a:schemeClr val="bg1"/>
                  </a:solidFill>
                </a:rPr>
                <a:t>CREATE CERTIFICATE…</a:t>
              </a:r>
            </a:p>
          </p:txBody>
        </p:sp>
        <p:sp>
          <p:nvSpPr>
            <p:cNvPr id="86" name="TextBox 85"/>
            <p:cNvSpPr txBox="1"/>
            <p:nvPr/>
          </p:nvSpPr>
          <p:spPr>
            <a:xfrm>
              <a:off x="9845467" y="4979845"/>
              <a:ext cx="2497574" cy="461665"/>
            </a:xfrm>
            <a:prstGeom prst="rect">
              <a:avLst/>
            </a:prstGeom>
            <a:noFill/>
          </p:spPr>
          <p:txBody>
            <a:bodyPr wrap="square" lIns="91440" tIns="91440" rIns="0" bIns="91440" rtlCol="0">
              <a:spAutoFit/>
            </a:bodyPr>
            <a:lstStyle/>
            <a:p>
              <a:pPr>
                <a:spcAft>
                  <a:spcPts val="0"/>
                </a:spcAft>
              </a:pPr>
              <a:r>
                <a:rPr lang="en-US" sz="900" b="1" dirty="0" smtClean="0">
                  <a:solidFill>
                    <a:schemeClr val="bg1"/>
                  </a:solidFill>
                </a:rPr>
                <a:t>Statement:</a:t>
              </a:r>
              <a:br>
                <a:rPr lang="en-US" sz="900" b="1" dirty="0" smtClean="0">
                  <a:solidFill>
                    <a:schemeClr val="bg1"/>
                  </a:solidFill>
                </a:rPr>
              </a:br>
              <a:r>
                <a:rPr lang="en-US" sz="900" b="1" dirty="0" smtClean="0">
                  <a:solidFill>
                    <a:schemeClr val="bg1"/>
                  </a:solidFill>
                </a:rPr>
                <a:t>CREATE DATABASE ENCRYPTION KEY…</a:t>
              </a:r>
            </a:p>
          </p:txBody>
        </p:sp>
        <p:sp>
          <p:nvSpPr>
            <p:cNvPr id="87" name="TextBox 86"/>
            <p:cNvSpPr txBox="1"/>
            <p:nvPr/>
          </p:nvSpPr>
          <p:spPr>
            <a:xfrm>
              <a:off x="9845467" y="5924375"/>
              <a:ext cx="2497574" cy="600164"/>
            </a:xfrm>
            <a:prstGeom prst="rect">
              <a:avLst/>
            </a:prstGeom>
            <a:noFill/>
          </p:spPr>
          <p:txBody>
            <a:bodyPr wrap="square" lIns="91440" tIns="91440" rIns="0" bIns="91440" rtlCol="0">
              <a:spAutoFit/>
            </a:bodyPr>
            <a:lstStyle/>
            <a:p>
              <a:pPr>
                <a:spcAft>
                  <a:spcPts val="0"/>
                </a:spcAft>
              </a:pPr>
              <a:r>
                <a:rPr lang="en-US" sz="900" b="1" dirty="0" smtClean="0">
                  <a:solidFill>
                    <a:schemeClr val="bg1"/>
                  </a:solidFill>
                </a:rPr>
                <a:t>Statement:</a:t>
              </a:r>
              <a:br>
                <a:rPr lang="en-US" sz="900" b="1" dirty="0" smtClean="0">
                  <a:solidFill>
                    <a:schemeClr val="bg1"/>
                  </a:solidFill>
                </a:rPr>
              </a:br>
              <a:r>
                <a:rPr lang="en-US" sz="900" b="1" dirty="0" smtClean="0">
                  <a:solidFill>
                    <a:schemeClr val="bg1"/>
                  </a:solidFill>
                </a:rPr>
                <a:t>ALTER DATABASE… SET ENCRYPTION0.</a:t>
              </a:r>
            </a:p>
            <a:p>
              <a:pPr>
                <a:spcAft>
                  <a:spcPts val="0"/>
                </a:spcAft>
              </a:pPr>
              <a:endParaRPr lang="en-US" sz="900" b="1" dirty="0" smtClean="0">
                <a:solidFill>
                  <a:schemeClr val="bg1"/>
                </a:solidFill>
              </a:endParaRPr>
            </a:p>
          </p:txBody>
        </p:sp>
        <p:grpSp>
          <p:nvGrpSpPr>
            <p:cNvPr id="102" name="Group 101"/>
            <p:cNvGrpSpPr/>
            <p:nvPr/>
          </p:nvGrpSpPr>
          <p:grpSpPr>
            <a:xfrm>
              <a:off x="7130316" y="4143701"/>
              <a:ext cx="639153" cy="454493"/>
              <a:chOff x="3500768" y="3927091"/>
              <a:chExt cx="1417638" cy="1008063"/>
            </a:xfrm>
          </p:grpSpPr>
          <p:grpSp>
            <p:nvGrpSpPr>
              <p:cNvPr id="103" name="Group 4"/>
              <p:cNvGrpSpPr>
                <a:grpSpLocks noChangeAspect="1"/>
              </p:cNvGrpSpPr>
              <p:nvPr/>
            </p:nvGrpSpPr>
            <p:grpSpPr bwMode="auto">
              <a:xfrm flipH="1">
                <a:off x="3500768" y="3927091"/>
                <a:ext cx="1417638" cy="1008063"/>
                <a:chOff x="393" y="2127"/>
                <a:chExt cx="893" cy="635"/>
              </a:xfrm>
            </p:grpSpPr>
            <p:sp>
              <p:nvSpPr>
                <p:cNvPr id="108" name="Freeform 5"/>
                <p:cNvSpPr>
                  <a:spLocks noEditPoints="1"/>
                </p:cNvSpPr>
                <p:nvPr/>
              </p:nvSpPr>
              <p:spPr bwMode="auto">
                <a:xfrm>
                  <a:off x="393" y="2127"/>
                  <a:ext cx="893" cy="635"/>
                </a:xfrm>
                <a:custGeom>
                  <a:avLst/>
                  <a:gdLst>
                    <a:gd name="T0" fmla="*/ 0 w 893"/>
                    <a:gd name="T1" fmla="*/ 0 h 635"/>
                    <a:gd name="T2" fmla="*/ 0 w 893"/>
                    <a:gd name="T3" fmla="*/ 635 h 635"/>
                    <a:gd name="T4" fmla="*/ 893 w 893"/>
                    <a:gd name="T5" fmla="*/ 635 h 635"/>
                    <a:gd name="T6" fmla="*/ 893 w 893"/>
                    <a:gd name="T7" fmla="*/ 0 h 635"/>
                    <a:gd name="T8" fmla="*/ 0 w 893"/>
                    <a:gd name="T9" fmla="*/ 0 h 635"/>
                    <a:gd name="T10" fmla="*/ 841 w 893"/>
                    <a:gd name="T11" fmla="*/ 569 h 635"/>
                    <a:gd name="T12" fmla="*/ 57 w 893"/>
                    <a:gd name="T13" fmla="*/ 569 h 635"/>
                    <a:gd name="T14" fmla="*/ 57 w 893"/>
                    <a:gd name="T15" fmla="*/ 204 h 635"/>
                    <a:gd name="T16" fmla="*/ 841 w 893"/>
                    <a:gd name="T17" fmla="*/ 204 h 635"/>
                    <a:gd name="T18" fmla="*/ 841 w 893"/>
                    <a:gd name="T19" fmla="*/ 569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3" h="635">
                      <a:moveTo>
                        <a:pt x="0" y="0"/>
                      </a:moveTo>
                      <a:lnTo>
                        <a:pt x="0" y="635"/>
                      </a:lnTo>
                      <a:lnTo>
                        <a:pt x="893" y="635"/>
                      </a:lnTo>
                      <a:lnTo>
                        <a:pt x="893" y="0"/>
                      </a:lnTo>
                      <a:lnTo>
                        <a:pt x="0" y="0"/>
                      </a:lnTo>
                      <a:close/>
                      <a:moveTo>
                        <a:pt x="841" y="569"/>
                      </a:moveTo>
                      <a:lnTo>
                        <a:pt x="57" y="569"/>
                      </a:lnTo>
                      <a:lnTo>
                        <a:pt x="57" y="204"/>
                      </a:lnTo>
                      <a:lnTo>
                        <a:pt x="841" y="204"/>
                      </a:lnTo>
                      <a:lnTo>
                        <a:pt x="841" y="569"/>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09" name="Rectangle 7"/>
                <p:cNvSpPr>
                  <a:spLocks noChangeArrowheads="1"/>
                </p:cNvSpPr>
                <p:nvPr/>
              </p:nvSpPr>
              <p:spPr bwMode="auto">
                <a:xfrm>
                  <a:off x="844" y="2400"/>
                  <a:ext cx="315" cy="3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10" name="Rectangle 8"/>
                <p:cNvSpPr>
                  <a:spLocks noChangeArrowheads="1"/>
                </p:cNvSpPr>
                <p:nvPr/>
              </p:nvSpPr>
              <p:spPr bwMode="auto">
                <a:xfrm>
                  <a:off x="844" y="2465"/>
                  <a:ext cx="315" cy="3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11" name="Rectangle 9"/>
                <p:cNvSpPr>
                  <a:spLocks noChangeArrowheads="1"/>
                </p:cNvSpPr>
                <p:nvPr/>
              </p:nvSpPr>
              <p:spPr bwMode="auto">
                <a:xfrm>
                  <a:off x="844" y="2529"/>
                  <a:ext cx="315" cy="3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12" name="Rectangle 10"/>
                <p:cNvSpPr>
                  <a:spLocks noChangeArrowheads="1"/>
                </p:cNvSpPr>
                <p:nvPr/>
              </p:nvSpPr>
              <p:spPr bwMode="auto">
                <a:xfrm>
                  <a:off x="844" y="2593"/>
                  <a:ext cx="315" cy="3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grpSp>
          <p:grpSp>
            <p:nvGrpSpPr>
              <p:cNvPr id="104" name="Group 103"/>
              <p:cNvGrpSpPr/>
              <p:nvPr/>
            </p:nvGrpSpPr>
            <p:grpSpPr>
              <a:xfrm>
                <a:off x="4445708" y="4468623"/>
                <a:ext cx="219821" cy="264991"/>
                <a:chOff x="4466582" y="4468623"/>
                <a:chExt cx="219821" cy="264991"/>
              </a:xfrm>
            </p:grpSpPr>
            <p:sp>
              <p:nvSpPr>
                <p:cNvPr id="106" name="Rectangle 105"/>
                <p:cNvSpPr/>
                <p:nvPr/>
              </p:nvSpPr>
              <p:spPr bwMode="auto">
                <a:xfrm rot="19881224">
                  <a:off x="4590709" y="4470089"/>
                  <a:ext cx="95694" cy="263525"/>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indent="-342900" algn="ctr" defTabSz="932472" fontAlgn="base">
                    <a:lnSpc>
                      <a:spcPct val="90000"/>
                    </a:lnSpc>
                    <a:spcBef>
                      <a:spcPct val="0"/>
                    </a:spcBef>
                    <a:spcAft>
                      <a:spcPct val="0"/>
                    </a:spcAft>
                    <a:buFont typeface="Wingdings 3" panose="05040102010807070707" pitchFamily="18" charset="2"/>
                    <a:buChar char="Æ"/>
                  </a:pPr>
                  <a:endParaRPr lang="en-US" sz="2000" b="1" dirty="0" smtClean="0">
                    <a:solidFill>
                      <a:schemeClr val="bg1"/>
                    </a:solidFill>
                    <a:latin typeface="+mj-lt"/>
                    <a:ea typeface="Segoe UI" pitchFamily="34" charset="0"/>
                    <a:cs typeface="Segoe UI" pitchFamily="34" charset="0"/>
                  </a:endParaRPr>
                </a:p>
              </p:txBody>
            </p:sp>
            <p:sp>
              <p:nvSpPr>
                <p:cNvPr id="107" name="Rectangle 106"/>
                <p:cNvSpPr/>
                <p:nvPr/>
              </p:nvSpPr>
              <p:spPr bwMode="auto">
                <a:xfrm rot="1918891">
                  <a:off x="4466582" y="4468623"/>
                  <a:ext cx="95694" cy="263525"/>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indent="-342900" algn="ctr" defTabSz="932472" fontAlgn="base">
                    <a:lnSpc>
                      <a:spcPct val="90000"/>
                    </a:lnSpc>
                    <a:spcBef>
                      <a:spcPct val="0"/>
                    </a:spcBef>
                    <a:spcAft>
                      <a:spcPct val="0"/>
                    </a:spcAft>
                    <a:buFont typeface="Wingdings 3" panose="05040102010807070707" pitchFamily="18" charset="2"/>
                    <a:buChar char="Æ"/>
                  </a:pPr>
                  <a:endParaRPr lang="en-US" sz="2000" b="1" dirty="0" smtClean="0">
                    <a:solidFill>
                      <a:schemeClr val="bg1"/>
                    </a:solidFill>
                    <a:latin typeface="+mj-lt"/>
                    <a:ea typeface="Segoe UI" pitchFamily="34" charset="0"/>
                    <a:cs typeface="Segoe UI" pitchFamily="34" charset="0"/>
                  </a:endParaRPr>
                </a:p>
              </p:txBody>
            </p:sp>
          </p:grpSp>
          <p:sp>
            <p:nvSpPr>
              <p:cNvPr id="105" name="Oval 104"/>
              <p:cNvSpPr/>
              <p:nvPr/>
            </p:nvSpPr>
            <p:spPr bwMode="auto">
              <a:xfrm>
                <a:off x="4448463" y="4356509"/>
                <a:ext cx="214313" cy="214313"/>
              </a:xfrm>
              <a:prstGeom prst="ellipse">
                <a:avLst/>
              </a:prstGeom>
              <a:solidFill>
                <a:srgbClr val="FFC000"/>
              </a:solid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342900" indent="-342900" algn="ctr" defTabSz="932472" fontAlgn="base">
                  <a:lnSpc>
                    <a:spcPct val="90000"/>
                  </a:lnSpc>
                  <a:spcBef>
                    <a:spcPct val="0"/>
                  </a:spcBef>
                  <a:spcAft>
                    <a:spcPct val="0"/>
                  </a:spcAft>
                  <a:buFont typeface="Wingdings 3" panose="05040102010807070707" pitchFamily="18" charset="2"/>
                  <a:buChar char="Æ"/>
                </a:pPr>
                <a:endParaRPr lang="en-US" sz="2000" b="1" dirty="0" smtClean="0">
                  <a:solidFill>
                    <a:schemeClr val="bg1"/>
                  </a:solidFill>
                  <a:latin typeface="+mj-lt"/>
                  <a:ea typeface="Segoe UI" pitchFamily="34" charset="0"/>
                  <a:cs typeface="Segoe UI" pitchFamily="34" charset="0"/>
                </a:endParaRPr>
              </a:p>
            </p:txBody>
          </p:sp>
        </p:grpSp>
        <p:sp>
          <p:nvSpPr>
            <p:cNvPr id="53" name="Freeform 9"/>
            <p:cNvSpPr>
              <a:spLocks noEditPoints="1"/>
            </p:cNvSpPr>
            <p:nvPr/>
          </p:nvSpPr>
          <p:spPr bwMode="auto">
            <a:xfrm rot="16200000" flipH="1">
              <a:off x="9559653" y="2548379"/>
              <a:ext cx="115951" cy="247210"/>
            </a:xfrm>
            <a:custGeom>
              <a:avLst/>
              <a:gdLst>
                <a:gd name="T0" fmla="*/ 342 w 342"/>
                <a:gd name="T1" fmla="*/ 172 h 733"/>
                <a:gd name="T2" fmla="*/ 171 w 342"/>
                <a:gd name="T3" fmla="*/ 0 h 733"/>
                <a:gd name="T4" fmla="*/ 0 w 342"/>
                <a:gd name="T5" fmla="*/ 172 h 733"/>
                <a:gd name="T6" fmla="*/ 98 w 342"/>
                <a:gd name="T7" fmla="*/ 326 h 733"/>
                <a:gd name="T8" fmla="*/ 71 w 342"/>
                <a:gd name="T9" fmla="*/ 366 h 733"/>
                <a:gd name="T10" fmla="*/ 102 w 342"/>
                <a:gd name="T11" fmla="*/ 378 h 733"/>
                <a:gd name="T12" fmla="*/ 129 w 342"/>
                <a:gd name="T13" fmla="*/ 378 h 733"/>
                <a:gd name="T14" fmla="*/ 129 w 342"/>
                <a:gd name="T15" fmla="*/ 433 h 733"/>
                <a:gd name="T16" fmla="*/ 101 w 342"/>
                <a:gd name="T17" fmla="*/ 461 h 733"/>
                <a:gd name="T18" fmla="*/ 137 w 342"/>
                <a:gd name="T19" fmla="*/ 500 h 733"/>
                <a:gd name="T20" fmla="*/ 101 w 342"/>
                <a:gd name="T21" fmla="*/ 538 h 733"/>
                <a:gd name="T22" fmla="*/ 101 w 342"/>
                <a:gd name="T23" fmla="*/ 568 h 733"/>
                <a:gd name="T24" fmla="*/ 151 w 342"/>
                <a:gd name="T25" fmla="*/ 610 h 733"/>
                <a:gd name="T26" fmla="*/ 122 w 342"/>
                <a:gd name="T27" fmla="*/ 636 h 733"/>
                <a:gd name="T28" fmla="*/ 122 w 342"/>
                <a:gd name="T29" fmla="*/ 672 h 733"/>
                <a:gd name="T30" fmla="*/ 171 w 342"/>
                <a:gd name="T31" fmla="*/ 721 h 733"/>
                <a:gd name="T32" fmla="*/ 183 w 342"/>
                <a:gd name="T33" fmla="*/ 733 h 733"/>
                <a:gd name="T34" fmla="*/ 219 w 342"/>
                <a:gd name="T35" fmla="*/ 687 h 733"/>
                <a:gd name="T36" fmla="*/ 219 w 342"/>
                <a:gd name="T37" fmla="*/ 378 h 733"/>
                <a:gd name="T38" fmla="*/ 240 w 342"/>
                <a:gd name="T39" fmla="*/ 378 h 733"/>
                <a:gd name="T40" fmla="*/ 271 w 342"/>
                <a:gd name="T41" fmla="*/ 366 h 733"/>
                <a:gd name="T42" fmla="*/ 244 w 342"/>
                <a:gd name="T43" fmla="*/ 326 h 733"/>
                <a:gd name="T44" fmla="*/ 342 w 342"/>
                <a:gd name="T45" fmla="*/ 172 h 733"/>
                <a:gd name="T46" fmla="*/ 171 w 342"/>
                <a:gd name="T47" fmla="*/ 119 h 733"/>
                <a:gd name="T48" fmla="*/ 133 w 342"/>
                <a:gd name="T49" fmla="*/ 81 h 733"/>
                <a:gd name="T50" fmla="*/ 171 w 342"/>
                <a:gd name="T51" fmla="*/ 43 h 733"/>
                <a:gd name="T52" fmla="*/ 209 w 342"/>
                <a:gd name="T53" fmla="*/ 81 h 733"/>
                <a:gd name="T54" fmla="*/ 171 w 342"/>
                <a:gd name="T55" fmla="*/ 119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42" h="733">
                  <a:moveTo>
                    <a:pt x="342" y="172"/>
                  </a:moveTo>
                  <a:cubicBezTo>
                    <a:pt x="342" y="77"/>
                    <a:pt x="266" y="0"/>
                    <a:pt x="171" y="0"/>
                  </a:cubicBezTo>
                  <a:cubicBezTo>
                    <a:pt x="77" y="0"/>
                    <a:pt x="0" y="77"/>
                    <a:pt x="0" y="172"/>
                  </a:cubicBezTo>
                  <a:cubicBezTo>
                    <a:pt x="0" y="240"/>
                    <a:pt x="40" y="299"/>
                    <a:pt x="98" y="326"/>
                  </a:cubicBezTo>
                  <a:cubicBezTo>
                    <a:pt x="86" y="340"/>
                    <a:pt x="71" y="354"/>
                    <a:pt x="71" y="366"/>
                  </a:cubicBezTo>
                  <a:cubicBezTo>
                    <a:pt x="71" y="381"/>
                    <a:pt x="93" y="378"/>
                    <a:pt x="102" y="378"/>
                  </a:cubicBezTo>
                  <a:cubicBezTo>
                    <a:pt x="111" y="378"/>
                    <a:pt x="129" y="378"/>
                    <a:pt x="129" y="378"/>
                  </a:cubicBezTo>
                  <a:cubicBezTo>
                    <a:pt x="129" y="433"/>
                    <a:pt x="129" y="433"/>
                    <a:pt x="129" y="433"/>
                  </a:cubicBezTo>
                  <a:cubicBezTo>
                    <a:pt x="101" y="461"/>
                    <a:pt x="101" y="461"/>
                    <a:pt x="101" y="461"/>
                  </a:cubicBezTo>
                  <a:cubicBezTo>
                    <a:pt x="137" y="500"/>
                    <a:pt x="137" y="500"/>
                    <a:pt x="137" y="500"/>
                  </a:cubicBezTo>
                  <a:cubicBezTo>
                    <a:pt x="101" y="538"/>
                    <a:pt x="101" y="538"/>
                    <a:pt x="101" y="538"/>
                  </a:cubicBezTo>
                  <a:cubicBezTo>
                    <a:pt x="101" y="568"/>
                    <a:pt x="101" y="568"/>
                    <a:pt x="101" y="568"/>
                  </a:cubicBezTo>
                  <a:cubicBezTo>
                    <a:pt x="151" y="610"/>
                    <a:pt x="151" y="610"/>
                    <a:pt x="151" y="610"/>
                  </a:cubicBezTo>
                  <a:cubicBezTo>
                    <a:pt x="122" y="636"/>
                    <a:pt x="122" y="636"/>
                    <a:pt x="122" y="636"/>
                  </a:cubicBezTo>
                  <a:cubicBezTo>
                    <a:pt x="122" y="672"/>
                    <a:pt x="122" y="672"/>
                    <a:pt x="122" y="672"/>
                  </a:cubicBezTo>
                  <a:cubicBezTo>
                    <a:pt x="171" y="721"/>
                    <a:pt x="171" y="721"/>
                    <a:pt x="171" y="721"/>
                  </a:cubicBezTo>
                  <a:cubicBezTo>
                    <a:pt x="183" y="733"/>
                    <a:pt x="183" y="733"/>
                    <a:pt x="183" y="733"/>
                  </a:cubicBezTo>
                  <a:cubicBezTo>
                    <a:pt x="209" y="733"/>
                    <a:pt x="219" y="687"/>
                    <a:pt x="219" y="687"/>
                  </a:cubicBezTo>
                  <a:cubicBezTo>
                    <a:pt x="219" y="378"/>
                    <a:pt x="219" y="378"/>
                    <a:pt x="219" y="378"/>
                  </a:cubicBezTo>
                  <a:cubicBezTo>
                    <a:pt x="219" y="378"/>
                    <a:pt x="232" y="378"/>
                    <a:pt x="240" y="378"/>
                  </a:cubicBezTo>
                  <a:cubicBezTo>
                    <a:pt x="249" y="378"/>
                    <a:pt x="271" y="381"/>
                    <a:pt x="271" y="366"/>
                  </a:cubicBezTo>
                  <a:cubicBezTo>
                    <a:pt x="271" y="354"/>
                    <a:pt x="257" y="340"/>
                    <a:pt x="244" y="326"/>
                  </a:cubicBezTo>
                  <a:cubicBezTo>
                    <a:pt x="302" y="299"/>
                    <a:pt x="342" y="240"/>
                    <a:pt x="342" y="172"/>
                  </a:cubicBezTo>
                  <a:close/>
                  <a:moveTo>
                    <a:pt x="171" y="119"/>
                  </a:moveTo>
                  <a:cubicBezTo>
                    <a:pt x="150" y="119"/>
                    <a:pt x="133" y="102"/>
                    <a:pt x="133" y="81"/>
                  </a:cubicBezTo>
                  <a:cubicBezTo>
                    <a:pt x="133" y="60"/>
                    <a:pt x="150" y="43"/>
                    <a:pt x="171" y="43"/>
                  </a:cubicBezTo>
                  <a:cubicBezTo>
                    <a:pt x="192" y="43"/>
                    <a:pt x="209" y="60"/>
                    <a:pt x="209" y="81"/>
                  </a:cubicBezTo>
                  <a:cubicBezTo>
                    <a:pt x="209" y="102"/>
                    <a:pt x="192" y="119"/>
                    <a:pt x="171" y="119"/>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9"/>
            <p:cNvSpPr>
              <a:spLocks noEditPoints="1"/>
            </p:cNvSpPr>
            <p:nvPr/>
          </p:nvSpPr>
          <p:spPr bwMode="auto">
            <a:xfrm rot="16200000" flipH="1">
              <a:off x="9559655" y="3386713"/>
              <a:ext cx="115951" cy="247210"/>
            </a:xfrm>
            <a:custGeom>
              <a:avLst/>
              <a:gdLst>
                <a:gd name="T0" fmla="*/ 342 w 342"/>
                <a:gd name="T1" fmla="*/ 172 h 733"/>
                <a:gd name="T2" fmla="*/ 171 w 342"/>
                <a:gd name="T3" fmla="*/ 0 h 733"/>
                <a:gd name="T4" fmla="*/ 0 w 342"/>
                <a:gd name="T5" fmla="*/ 172 h 733"/>
                <a:gd name="T6" fmla="*/ 98 w 342"/>
                <a:gd name="T7" fmla="*/ 326 h 733"/>
                <a:gd name="T8" fmla="*/ 71 w 342"/>
                <a:gd name="T9" fmla="*/ 366 h 733"/>
                <a:gd name="T10" fmla="*/ 102 w 342"/>
                <a:gd name="T11" fmla="*/ 378 h 733"/>
                <a:gd name="T12" fmla="*/ 129 w 342"/>
                <a:gd name="T13" fmla="*/ 378 h 733"/>
                <a:gd name="T14" fmla="*/ 129 w 342"/>
                <a:gd name="T15" fmla="*/ 433 h 733"/>
                <a:gd name="T16" fmla="*/ 101 w 342"/>
                <a:gd name="T17" fmla="*/ 461 h 733"/>
                <a:gd name="T18" fmla="*/ 137 w 342"/>
                <a:gd name="T19" fmla="*/ 500 h 733"/>
                <a:gd name="T20" fmla="*/ 101 w 342"/>
                <a:gd name="T21" fmla="*/ 538 h 733"/>
                <a:gd name="T22" fmla="*/ 101 w 342"/>
                <a:gd name="T23" fmla="*/ 568 h 733"/>
                <a:gd name="T24" fmla="*/ 151 w 342"/>
                <a:gd name="T25" fmla="*/ 610 h 733"/>
                <a:gd name="T26" fmla="*/ 122 w 342"/>
                <a:gd name="T27" fmla="*/ 636 h 733"/>
                <a:gd name="T28" fmla="*/ 122 w 342"/>
                <a:gd name="T29" fmla="*/ 672 h 733"/>
                <a:gd name="T30" fmla="*/ 171 w 342"/>
                <a:gd name="T31" fmla="*/ 721 h 733"/>
                <a:gd name="T32" fmla="*/ 183 w 342"/>
                <a:gd name="T33" fmla="*/ 733 h 733"/>
                <a:gd name="T34" fmla="*/ 219 w 342"/>
                <a:gd name="T35" fmla="*/ 687 h 733"/>
                <a:gd name="T36" fmla="*/ 219 w 342"/>
                <a:gd name="T37" fmla="*/ 378 h 733"/>
                <a:gd name="T38" fmla="*/ 240 w 342"/>
                <a:gd name="T39" fmla="*/ 378 h 733"/>
                <a:gd name="T40" fmla="*/ 271 w 342"/>
                <a:gd name="T41" fmla="*/ 366 h 733"/>
                <a:gd name="T42" fmla="*/ 244 w 342"/>
                <a:gd name="T43" fmla="*/ 326 h 733"/>
                <a:gd name="T44" fmla="*/ 342 w 342"/>
                <a:gd name="T45" fmla="*/ 172 h 733"/>
                <a:gd name="T46" fmla="*/ 171 w 342"/>
                <a:gd name="T47" fmla="*/ 119 h 733"/>
                <a:gd name="T48" fmla="*/ 133 w 342"/>
                <a:gd name="T49" fmla="*/ 81 h 733"/>
                <a:gd name="T50" fmla="*/ 171 w 342"/>
                <a:gd name="T51" fmla="*/ 43 h 733"/>
                <a:gd name="T52" fmla="*/ 209 w 342"/>
                <a:gd name="T53" fmla="*/ 81 h 733"/>
                <a:gd name="T54" fmla="*/ 171 w 342"/>
                <a:gd name="T55" fmla="*/ 119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42" h="733">
                  <a:moveTo>
                    <a:pt x="342" y="172"/>
                  </a:moveTo>
                  <a:cubicBezTo>
                    <a:pt x="342" y="77"/>
                    <a:pt x="266" y="0"/>
                    <a:pt x="171" y="0"/>
                  </a:cubicBezTo>
                  <a:cubicBezTo>
                    <a:pt x="77" y="0"/>
                    <a:pt x="0" y="77"/>
                    <a:pt x="0" y="172"/>
                  </a:cubicBezTo>
                  <a:cubicBezTo>
                    <a:pt x="0" y="240"/>
                    <a:pt x="40" y="299"/>
                    <a:pt x="98" y="326"/>
                  </a:cubicBezTo>
                  <a:cubicBezTo>
                    <a:pt x="86" y="340"/>
                    <a:pt x="71" y="354"/>
                    <a:pt x="71" y="366"/>
                  </a:cubicBezTo>
                  <a:cubicBezTo>
                    <a:pt x="71" y="381"/>
                    <a:pt x="93" y="378"/>
                    <a:pt x="102" y="378"/>
                  </a:cubicBezTo>
                  <a:cubicBezTo>
                    <a:pt x="111" y="378"/>
                    <a:pt x="129" y="378"/>
                    <a:pt x="129" y="378"/>
                  </a:cubicBezTo>
                  <a:cubicBezTo>
                    <a:pt x="129" y="433"/>
                    <a:pt x="129" y="433"/>
                    <a:pt x="129" y="433"/>
                  </a:cubicBezTo>
                  <a:cubicBezTo>
                    <a:pt x="101" y="461"/>
                    <a:pt x="101" y="461"/>
                    <a:pt x="101" y="461"/>
                  </a:cubicBezTo>
                  <a:cubicBezTo>
                    <a:pt x="137" y="500"/>
                    <a:pt x="137" y="500"/>
                    <a:pt x="137" y="500"/>
                  </a:cubicBezTo>
                  <a:cubicBezTo>
                    <a:pt x="101" y="538"/>
                    <a:pt x="101" y="538"/>
                    <a:pt x="101" y="538"/>
                  </a:cubicBezTo>
                  <a:cubicBezTo>
                    <a:pt x="101" y="568"/>
                    <a:pt x="101" y="568"/>
                    <a:pt x="101" y="568"/>
                  </a:cubicBezTo>
                  <a:cubicBezTo>
                    <a:pt x="151" y="610"/>
                    <a:pt x="151" y="610"/>
                    <a:pt x="151" y="610"/>
                  </a:cubicBezTo>
                  <a:cubicBezTo>
                    <a:pt x="122" y="636"/>
                    <a:pt x="122" y="636"/>
                    <a:pt x="122" y="636"/>
                  </a:cubicBezTo>
                  <a:cubicBezTo>
                    <a:pt x="122" y="672"/>
                    <a:pt x="122" y="672"/>
                    <a:pt x="122" y="672"/>
                  </a:cubicBezTo>
                  <a:cubicBezTo>
                    <a:pt x="171" y="721"/>
                    <a:pt x="171" y="721"/>
                    <a:pt x="171" y="721"/>
                  </a:cubicBezTo>
                  <a:cubicBezTo>
                    <a:pt x="183" y="733"/>
                    <a:pt x="183" y="733"/>
                    <a:pt x="183" y="733"/>
                  </a:cubicBezTo>
                  <a:cubicBezTo>
                    <a:pt x="209" y="733"/>
                    <a:pt x="219" y="687"/>
                    <a:pt x="219" y="687"/>
                  </a:cubicBezTo>
                  <a:cubicBezTo>
                    <a:pt x="219" y="378"/>
                    <a:pt x="219" y="378"/>
                    <a:pt x="219" y="378"/>
                  </a:cubicBezTo>
                  <a:cubicBezTo>
                    <a:pt x="219" y="378"/>
                    <a:pt x="232" y="378"/>
                    <a:pt x="240" y="378"/>
                  </a:cubicBezTo>
                  <a:cubicBezTo>
                    <a:pt x="249" y="378"/>
                    <a:pt x="271" y="381"/>
                    <a:pt x="271" y="366"/>
                  </a:cubicBezTo>
                  <a:cubicBezTo>
                    <a:pt x="271" y="354"/>
                    <a:pt x="257" y="340"/>
                    <a:pt x="244" y="326"/>
                  </a:cubicBezTo>
                  <a:cubicBezTo>
                    <a:pt x="302" y="299"/>
                    <a:pt x="342" y="240"/>
                    <a:pt x="342" y="172"/>
                  </a:cubicBezTo>
                  <a:close/>
                  <a:moveTo>
                    <a:pt x="171" y="119"/>
                  </a:moveTo>
                  <a:cubicBezTo>
                    <a:pt x="150" y="119"/>
                    <a:pt x="133" y="102"/>
                    <a:pt x="133" y="81"/>
                  </a:cubicBezTo>
                  <a:cubicBezTo>
                    <a:pt x="133" y="60"/>
                    <a:pt x="150" y="43"/>
                    <a:pt x="171" y="43"/>
                  </a:cubicBezTo>
                  <a:cubicBezTo>
                    <a:pt x="192" y="43"/>
                    <a:pt x="209" y="60"/>
                    <a:pt x="209" y="81"/>
                  </a:cubicBezTo>
                  <a:cubicBezTo>
                    <a:pt x="209" y="102"/>
                    <a:pt x="192" y="119"/>
                    <a:pt x="171" y="119"/>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0" name="Freeform 9"/>
            <p:cNvSpPr>
              <a:spLocks noEditPoints="1"/>
            </p:cNvSpPr>
            <p:nvPr/>
          </p:nvSpPr>
          <p:spPr bwMode="auto">
            <a:xfrm rot="16200000" flipH="1">
              <a:off x="9535255" y="5013889"/>
              <a:ext cx="115951" cy="247210"/>
            </a:xfrm>
            <a:custGeom>
              <a:avLst/>
              <a:gdLst>
                <a:gd name="T0" fmla="*/ 342 w 342"/>
                <a:gd name="T1" fmla="*/ 172 h 733"/>
                <a:gd name="T2" fmla="*/ 171 w 342"/>
                <a:gd name="T3" fmla="*/ 0 h 733"/>
                <a:gd name="T4" fmla="*/ 0 w 342"/>
                <a:gd name="T5" fmla="*/ 172 h 733"/>
                <a:gd name="T6" fmla="*/ 98 w 342"/>
                <a:gd name="T7" fmla="*/ 326 h 733"/>
                <a:gd name="T8" fmla="*/ 71 w 342"/>
                <a:gd name="T9" fmla="*/ 366 h 733"/>
                <a:gd name="T10" fmla="*/ 102 w 342"/>
                <a:gd name="T11" fmla="*/ 378 h 733"/>
                <a:gd name="T12" fmla="*/ 129 w 342"/>
                <a:gd name="T13" fmla="*/ 378 h 733"/>
                <a:gd name="T14" fmla="*/ 129 w 342"/>
                <a:gd name="T15" fmla="*/ 433 h 733"/>
                <a:gd name="T16" fmla="*/ 101 w 342"/>
                <a:gd name="T17" fmla="*/ 461 h 733"/>
                <a:gd name="T18" fmla="*/ 137 w 342"/>
                <a:gd name="T19" fmla="*/ 500 h 733"/>
                <a:gd name="T20" fmla="*/ 101 w 342"/>
                <a:gd name="T21" fmla="*/ 538 h 733"/>
                <a:gd name="T22" fmla="*/ 101 w 342"/>
                <a:gd name="T23" fmla="*/ 568 h 733"/>
                <a:gd name="T24" fmla="*/ 151 w 342"/>
                <a:gd name="T25" fmla="*/ 610 h 733"/>
                <a:gd name="T26" fmla="*/ 122 w 342"/>
                <a:gd name="T27" fmla="*/ 636 h 733"/>
                <a:gd name="T28" fmla="*/ 122 w 342"/>
                <a:gd name="T29" fmla="*/ 672 h 733"/>
                <a:gd name="T30" fmla="*/ 171 w 342"/>
                <a:gd name="T31" fmla="*/ 721 h 733"/>
                <a:gd name="T32" fmla="*/ 183 w 342"/>
                <a:gd name="T33" fmla="*/ 733 h 733"/>
                <a:gd name="T34" fmla="*/ 219 w 342"/>
                <a:gd name="T35" fmla="*/ 687 h 733"/>
                <a:gd name="T36" fmla="*/ 219 w 342"/>
                <a:gd name="T37" fmla="*/ 378 h 733"/>
                <a:gd name="T38" fmla="*/ 240 w 342"/>
                <a:gd name="T39" fmla="*/ 378 h 733"/>
                <a:gd name="T40" fmla="*/ 271 w 342"/>
                <a:gd name="T41" fmla="*/ 366 h 733"/>
                <a:gd name="T42" fmla="*/ 244 w 342"/>
                <a:gd name="T43" fmla="*/ 326 h 733"/>
                <a:gd name="T44" fmla="*/ 342 w 342"/>
                <a:gd name="T45" fmla="*/ 172 h 733"/>
                <a:gd name="T46" fmla="*/ 171 w 342"/>
                <a:gd name="T47" fmla="*/ 119 h 733"/>
                <a:gd name="T48" fmla="*/ 133 w 342"/>
                <a:gd name="T49" fmla="*/ 81 h 733"/>
                <a:gd name="T50" fmla="*/ 171 w 342"/>
                <a:gd name="T51" fmla="*/ 43 h 733"/>
                <a:gd name="T52" fmla="*/ 209 w 342"/>
                <a:gd name="T53" fmla="*/ 81 h 733"/>
                <a:gd name="T54" fmla="*/ 171 w 342"/>
                <a:gd name="T55" fmla="*/ 119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42" h="733">
                  <a:moveTo>
                    <a:pt x="342" y="172"/>
                  </a:moveTo>
                  <a:cubicBezTo>
                    <a:pt x="342" y="77"/>
                    <a:pt x="266" y="0"/>
                    <a:pt x="171" y="0"/>
                  </a:cubicBezTo>
                  <a:cubicBezTo>
                    <a:pt x="77" y="0"/>
                    <a:pt x="0" y="77"/>
                    <a:pt x="0" y="172"/>
                  </a:cubicBezTo>
                  <a:cubicBezTo>
                    <a:pt x="0" y="240"/>
                    <a:pt x="40" y="299"/>
                    <a:pt x="98" y="326"/>
                  </a:cubicBezTo>
                  <a:cubicBezTo>
                    <a:pt x="86" y="340"/>
                    <a:pt x="71" y="354"/>
                    <a:pt x="71" y="366"/>
                  </a:cubicBezTo>
                  <a:cubicBezTo>
                    <a:pt x="71" y="381"/>
                    <a:pt x="93" y="378"/>
                    <a:pt x="102" y="378"/>
                  </a:cubicBezTo>
                  <a:cubicBezTo>
                    <a:pt x="111" y="378"/>
                    <a:pt x="129" y="378"/>
                    <a:pt x="129" y="378"/>
                  </a:cubicBezTo>
                  <a:cubicBezTo>
                    <a:pt x="129" y="433"/>
                    <a:pt x="129" y="433"/>
                    <a:pt x="129" y="433"/>
                  </a:cubicBezTo>
                  <a:cubicBezTo>
                    <a:pt x="101" y="461"/>
                    <a:pt x="101" y="461"/>
                    <a:pt x="101" y="461"/>
                  </a:cubicBezTo>
                  <a:cubicBezTo>
                    <a:pt x="137" y="500"/>
                    <a:pt x="137" y="500"/>
                    <a:pt x="137" y="500"/>
                  </a:cubicBezTo>
                  <a:cubicBezTo>
                    <a:pt x="101" y="538"/>
                    <a:pt x="101" y="538"/>
                    <a:pt x="101" y="538"/>
                  </a:cubicBezTo>
                  <a:cubicBezTo>
                    <a:pt x="101" y="568"/>
                    <a:pt x="101" y="568"/>
                    <a:pt x="101" y="568"/>
                  </a:cubicBezTo>
                  <a:cubicBezTo>
                    <a:pt x="151" y="610"/>
                    <a:pt x="151" y="610"/>
                    <a:pt x="151" y="610"/>
                  </a:cubicBezTo>
                  <a:cubicBezTo>
                    <a:pt x="122" y="636"/>
                    <a:pt x="122" y="636"/>
                    <a:pt x="122" y="636"/>
                  </a:cubicBezTo>
                  <a:cubicBezTo>
                    <a:pt x="122" y="672"/>
                    <a:pt x="122" y="672"/>
                    <a:pt x="122" y="672"/>
                  </a:cubicBezTo>
                  <a:cubicBezTo>
                    <a:pt x="171" y="721"/>
                    <a:pt x="171" y="721"/>
                    <a:pt x="171" y="721"/>
                  </a:cubicBezTo>
                  <a:cubicBezTo>
                    <a:pt x="183" y="733"/>
                    <a:pt x="183" y="733"/>
                    <a:pt x="183" y="733"/>
                  </a:cubicBezTo>
                  <a:cubicBezTo>
                    <a:pt x="209" y="733"/>
                    <a:pt x="219" y="687"/>
                    <a:pt x="219" y="687"/>
                  </a:cubicBezTo>
                  <a:cubicBezTo>
                    <a:pt x="219" y="378"/>
                    <a:pt x="219" y="378"/>
                    <a:pt x="219" y="378"/>
                  </a:cubicBezTo>
                  <a:cubicBezTo>
                    <a:pt x="219" y="378"/>
                    <a:pt x="232" y="378"/>
                    <a:pt x="240" y="378"/>
                  </a:cubicBezTo>
                  <a:cubicBezTo>
                    <a:pt x="249" y="378"/>
                    <a:pt x="271" y="381"/>
                    <a:pt x="271" y="366"/>
                  </a:cubicBezTo>
                  <a:cubicBezTo>
                    <a:pt x="271" y="354"/>
                    <a:pt x="257" y="340"/>
                    <a:pt x="244" y="326"/>
                  </a:cubicBezTo>
                  <a:cubicBezTo>
                    <a:pt x="302" y="299"/>
                    <a:pt x="342" y="240"/>
                    <a:pt x="342" y="172"/>
                  </a:cubicBezTo>
                  <a:close/>
                  <a:moveTo>
                    <a:pt x="171" y="119"/>
                  </a:moveTo>
                  <a:cubicBezTo>
                    <a:pt x="150" y="119"/>
                    <a:pt x="133" y="102"/>
                    <a:pt x="133" y="81"/>
                  </a:cubicBezTo>
                  <a:cubicBezTo>
                    <a:pt x="133" y="60"/>
                    <a:pt x="150" y="43"/>
                    <a:pt x="171" y="43"/>
                  </a:cubicBezTo>
                  <a:cubicBezTo>
                    <a:pt x="192" y="43"/>
                    <a:pt x="209" y="60"/>
                    <a:pt x="209" y="81"/>
                  </a:cubicBezTo>
                  <a:cubicBezTo>
                    <a:pt x="209" y="102"/>
                    <a:pt x="192" y="119"/>
                    <a:pt x="171" y="119"/>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45"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Support for Transparent Data </a:t>
            </a:r>
            <a:r>
              <a:rPr lang="en-US" sz="4800" dirty="0" smtClean="0">
                <a:solidFill>
                  <a:srgbClr val="505050"/>
                </a:solidFill>
              </a:rPr>
              <a:t>Encryption</a:t>
            </a:r>
            <a:endParaRPr lang="en-US" sz="4800" dirty="0">
              <a:solidFill>
                <a:srgbClr val="505050"/>
              </a:solidFill>
            </a:endParaRPr>
          </a:p>
        </p:txBody>
      </p:sp>
    </p:spTree>
    <p:extLst>
      <p:ext uri="{BB962C8B-B14F-4D97-AF65-F5344CB8AC3E}">
        <p14:creationId xmlns:p14="http://schemas.microsoft.com/office/powerpoint/2010/main" val="3866282359"/>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74638" y="2016332"/>
            <a:ext cx="6951662" cy="1831975"/>
          </a:xfrm>
          <a:prstGeom prst="rect">
            <a:avLst/>
          </a:prstGeom>
          <a:noFill/>
        </p:spPr>
        <p:txBody>
          <a:bodyPr vert="horz" wrap="square" lIns="146304" tIns="91440" rIns="146304" bIns="91440" rtlCol="0" anchor="t" anchorCtr="0">
            <a:noAutofit/>
          </a:bodyPr>
          <a:lstStyle>
            <a:lvl1pPr algn="l" defTabSz="932742" rtl="0" eaLnBrk="1" latinLnBrk="0" hangingPunct="1">
              <a:lnSpc>
                <a:spcPct val="90000"/>
              </a:lnSpc>
              <a:spcBef>
                <a:spcPct val="0"/>
              </a:spcBef>
              <a:buNone/>
              <a:defRPr lang="en-US" sz="8800" b="0" kern="1200" cap="none" spc="-100" baseline="0">
                <a:ln w="3175">
                  <a:noFill/>
                </a:ln>
                <a:gradFill>
                  <a:gsLst>
                    <a:gs pos="100000">
                      <a:schemeClr val="tx1"/>
                    </a:gs>
                    <a:gs pos="0">
                      <a:schemeClr val="tx1"/>
                    </a:gs>
                  </a:gsLst>
                  <a:lin ang="5400000" scaled="0"/>
                </a:gradFill>
                <a:effectLst/>
                <a:latin typeface="+mj-lt"/>
                <a:ea typeface="+mn-ea"/>
                <a:cs typeface="Segoe UI" pitchFamily="34" charset="0"/>
              </a:defRPr>
            </a:lvl1pPr>
          </a:lstStyle>
          <a:p>
            <a:r>
              <a:rPr lang="en-US" sz="7200" dirty="0"/>
              <a:t>Benefits and </a:t>
            </a:r>
            <a:r>
              <a:rPr lang="en-US" sz="7200" dirty="0" smtClean="0"/>
              <a:t/>
            </a:r>
            <a:br>
              <a:rPr lang="en-US" sz="7200" dirty="0" smtClean="0"/>
            </a:br>
            <a:r>
              <a:rPr lang="en-US" sz="7200" dirty="0" smtClean="0"/>
              <a:t>best </a:t>
            </a:r>
            <a:r>
              <a:rPr lang="en-US" sz="7200" dirty="0"/>
              <a:t>practices </a:t>
            </a:r>
          </a:p>
        </p:txBody>
      </p:sp>
    </p:spTree>
    <p:extLst>
      <p:ext uri="{BB962C8B-B14F-4D97-AF65-F5344CB8AC3E}">
        <p14:creationId xmlns:p14="http://schemas.microsoft.com/office/powerpoint/2010/main" val="3323508090"/>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65176" y="1401763"/>
            <a:ext cx="3310661" cy="1661993"/>
          </a:xfrm>
          <a:prstGeom prst="rect">
            <a:avLst/>
          </a:prstGeom>
        </p:spPr>
        <p:txBody>
          <a:bodyPr wrap="square" lIns="146304" tIns="91440" rIns="146304" bIns="91440">
            <a:spAutoFit/>
          </a:bodyPr>
          <a:lstStyle/>
          <a:p>
            <a:r>
              <a:rPr lang="en-US" sz="2400" dirty="0" smtClean="0">
                <a:solidFill>
                  <a:srgbClr val="505050"/>
                </a:solidFill>
                <a:latin typeface="+mj-lt"/>
              </a:rPr>
              <a:t>This </a:t>
            </a:r>
            <a:r>
              <a:rPr lang="en-US" sz="2400" dirty="0">
                <a:solidFill>
                  <a:srgbClr val="505050"/>
                </a:solidFill>
                <a:latin typeface="+mj-lt"/>
              </a:rPr>
              <a:t>table summarizes </a:t>
            </a:r>
            <a:r>
              <a:rPr lang="en-US" sz="2400" dirty="0" smtClean="0">
                <a:solidFill>
                  <a:srgbClr val="505050"/>
                </a:solidFill>
                <a:latin typeface="+mj-lt"/>
              </a:rPr>
              <a:t>workload </a:t>
            </a:r>
            <a:r>
              <a:rPr lang="en-US" sz="2400" dirty="0">
                <a:solidFill>
                  <a:srgbClr val="505050"/>
                </a:solidFill>
                <a:latin typeface="+mj-lt"/>
              </a:rPr>
              <a:t>patterns that may benefit most </a:t>
            </a:r>
            <a:r>
              <a:rPr lang="en-US" sz="2400" dirty="0" smtClean="0">
                <a:solidFill>
                  <a:srgbClr val="505050"/>
                </a:solidFill>
                <a:latin typeface="+mj-lt"/>
              </a:rPr>
              <a:t>with In-Memory OLTP</a:t>
            </a:r>
            <a:endParaRPr lang="en-US" sz="2400" dirty="0">
              <a:solidFill>
                <a:srgbClr val="505050"/>
              </a:solidFill>
              <a:latin typeface="+mj-lt"/>
            </a:endParaRPr>
          </a:p>
        </p:txBody>
      </p:sp>
      <p:graphicFrame>
        <p:nvGraphicFramePr>
          <p:cNvPr id="11" name="Table 10"/>
          <p:cNvGraphicFramePr>
            <a:graphicFrameLocks noGrp="1"/>
          </p:cNvGraphicFramePr>
          <p:nvPr>
            <p:extLst>
              <p:ext uri="{D42A27DB-BD31-4B8C-83A1-F6EECF244321}">
                <p14:modId xmlns:p14="http://schemas.microsoft.com/office/powerpoint/2010/main" val="2448696382"/>
              </p:ext>
            </p:extLst>
          </p:nvPr>
        </p:nvGraphicFramePr>
        <p:xfrm>
          <a:off x="3575837" y="1575934"/>
          <a:ext cx="8209763" cy="5008880"/>
        </p:xfrm>
        <a:graphic>
          <a:graphicData uri="http://schemas.openxmlformats.org/drawingml/2006/table">
            <a:tbl>
              <a:tblPr firstRow="1" bandRow="1">
                <a:tableStyleId>{5C22544A-7EE6-4342-B048-85BDC9FD1C3A}</a:tableStyleId>
              </a:tblPr>
              <a:tblGrid>
                <a:gridCol w="2053242">
                  <a:extLst>
                    <a:ext uri="{9D8B030D-6E8A-4147-A177-3AD203B41FA5}">
                      <a16:colId xmlns="" xmlns:a16="http://schemas.microsoft.com/office/drawing/2014/main" val="20000"/>
                    </a:ext>
                  </a:extLst>
                </a:gridCol>
                <a:gridCol w="3281352">
                  <a:extLst>
                    <a:ext uri="{9D8B030D-6E8A-4147-A177-3AD203B41FA5}">
                      <a16:colId xmlns="" xmlns:a16="http://schemas.microsoft.com/office/drawing/2014/main" val="20001"/>
                    </a:ext>
                  </a:extLst>
                </a:gridCol>
                <a:gridCol w="2875169">
                  <a:extLst>
                    <a:ext uri="{9D8B030D-6E8A-4147-A177-3AD203B41FA5}">
                      <a16:colId xmlns="" xmlns:a16="http://schemas.microsoft.com/office/drawing/2014/main" val="20002"/>
                    </a:ext>
                  </a:extLst>
                </a:gridCol>
              </a:tblGrid>
              <a:tr h="457200">
                <a:tc>
                  <a:txBody>
                    <a:bodyPr/>
                    <a:lstStyle/>
                    <a:p>
                      <a:pPr marL="182880">
                        <a:spcBef>
                          <a:spcPts val="500"/>
                        </a:spcBef>
                      </a:pPr>
                      <a:r>
                        <a:rPr lang="en-US" sz="1400" b="1" dirty="0" smtClean="0">
                          <a:latin typeface="+mn-lt"/>
                        </a:rPr>
                        <a:t>Implementation</a:t>
                      </a:r>
                      <a:r>
                        <a:rPr lang="en-US" sz="1400" b="1" baseline="0" dirty="0" smtClean="0">
                          <a:latin typeface="+mn-lt"/>
                        </a:rPr>
                        <a:t> scenario</a:t>
                      </a:r>
                      <a:endParaRPr lang="en-US" sz="1400" b="1" dirty="0">
                        <a:latin typeface="+mn-lt"/>
                      </a:endParaRPr>
                    </a:p>
                  </a:txBody>
                  <a:tcPr marL="0" marR="93260" marT="91440" marB="91440" anchor="ctr">
                    <a:lnB w="12700" cap="flat" cmpd="sng" algn="ctr">
                      <a:solidFill>
                        <a:schemeClr val="tx1"/>
                      </a:solidFill>
                      <a:prstDash val="solid"/>
                      <a:round/>
                      <a:headEnd type="none" w="med" len="med"/>
                      <a:tailEnd type="none" w="med" len="med"/>
                    </a:lnB>
                    <a:solidFill>
                      <a:schemeClr val="bg2"/>
                    </a:solidFill>
                  </a:tcPr>
                </a:tc>
                <a:tc>
                  <a:txBody>
                    <a:bodyPr/>
                    <a:lstStyle/>
                    <a:p>
                      <a:pPr marL="182880">
                        <a:spcBef>
                          <a:spcPts val="500"/>
                        </a:spcBef>
                      </a:pPr>
                      <a:r>
                        <a:rPr lang="en-US" sz="1400" b="1" dirty="0" smtClean="0">
                          <a:latin typeface="+mn-lt"/>
                        </a:rPr>
                        <a:t>Implementation</a:t>
                      </a:r>
                      <a:br>
                        <a:rPr lang="en-US" sz="1400" b="1" dirty="0" smtClean="0">
                          <a:latin typeface="+mn-lt"/>
                        </a:rPr>
                      </a:br>
                      <a:r>
                        <a:rPr lang="en-US" sz="1400" b="1" baseline="0" dirty="0" smtClean="0">
                          <a:latin typeface="+mn-lt"/>
                        </a:rPr>
                        <a:t>scenario</a:t>
                      </a:r>
                      <a:endParaRPr lang="en-US" sz="1400" b="1" dirty="0">
                        <a:latin typeface="+mn-lt"/>
                      </a:endParaRPr>
                    </a:p>
                  </a:txBody>
                  <a:tcPr marL="0" marR="93260" marT="91440" marB="91440" anchor="ctr">
                    <a:lnB w="12700" cap="flat" cmpd="sng" algn="ctr">
                      <a:solidFill>
                        <a:schemeClr val="tx1"/>
                      </a:solidFill>
                      <a:prstDash val="solid"/>
                      <a:round/>
                      <a:headEnd type="none" w="med" len="med"/>
                      <a:tailEnd type="none" w="med" len="med"/>
                    </a:lnB>
                    <a:solidFill>
                      <a:schemeClr val="bg2"/>
                    </a:solidFill>
                  </a:tcPr>
                </a:tc>
                <a:tc>
                  <a:txBody>
                    <a:bodyPr/>
                    <a:lstStyle/>
                    <a:p>
                      <a:pPr marL="182880">
                        <a:spcBef>
                          <a:spcPts val="500"/>
                        </a:spcBef>
                      </a:pPr>
                      <a:r>
                        <a:rPr lang="en-US" sz="1400" b="1" dirty="0" smtClean="0">
                          <a:latin typeface="+mn-lt"/>
                        </a:rPr>
                        <a:t>Benefits of</a:t>
                      </a:r>
                      <a:br>
                        <a:rPr lang="en-US" sz="1400" b="1" dirty="0" smtClean="0">
                          <a:latin typeface="+mn-lt"/>
                        </a:rPr>
                      </a:br>
                      <a:r>
                        <a:rPr lang="en-US" sz="1400" b="1" dirty="0" smtClean="0">
                          <a:latin typeface="+mn-lt"/>
                        </a:rPr>
                        <a:t>In-Memory</a:t>
                      </a:r>
                      <a:r>
                        <a:rPr lang="en-US" sz="1400" b="1" baseline="0" dirty="0" smtClean="0">
                          <a:latin typeface="+mn-lt"/>
                        </a:rPr>
                        <a:t> OLTP</a:t>
                      </a:r>
                      <a:endParaRPr lang="en-US" sz="1400" b="1" dirty="0">
                        <a:latin typeface="+mn-lt"/>
                      </a:endParaRPr>
                    </a:p>
                  </a:txBody>
                  <a:tcPr marL="0" marR="93260" marT="91440" marB="9144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 xmlns:a16="http://schemas.microsoft.com/office/drawing/2014/main" val="10000"/>
                  </a:ext>
                </a:extLst>
              </a:tr>
              <a:tr h="731520">
                <a:tc>
                  <a:txBody>
                    <a:bodyPr/>
                    <a:lstStyle/>
                    <a:p>
                      <a:pPr marL="182880">
                        <a:spcBef>
                          <a:spcPts val="500"/>
                        </a:spcBef>
                      </a:pPr>
                      <a:r>
                        <a:rPr lang="en-US" sz="1050" dirty="0" smtClean="0">
                          <a:solidFill>
                            <a:schemeClr val="bg1"/>
                          </a:solidFill>
                        </a:rPr>
                        <a:t>High-data insertion rate from</a:t>
                      </a:r>
                      <a:r>
                        <a:rPr lang="en-US" sz="1050" baseline="0" dirty="0" smtClean="0">
                          <a:solidFill>
                            <a:schemeClr val="bg1"/>
                          </a:solidFill>
                        </a:rPr>
                        <a:t> multiple concurrent connections</a:t>
                      </a:r>
                      <a:endParaRPr lang="en-US" sz="1050" dirty="0">
                        <a:solidFill>
                          <a:schemeClr val="bg1"/>
                        </a:solidFill>
                      </a:endParaRPr>
                    </a:p>
                  </a:txBody>
                  <a:tcPr marL="0" marT="91440" marB="91440">
                    <a:lnT w="12700" cap="flat" cmpd="sng" algn="ctr">
                      <a:solidFill>
                        <a:schemeClr val="tx1"/>
                      </a:solidFill>
                      <a:prstDash val="solid"/>
                      <a:round/>
                      <a:headEnd type="none" w="med" len="med"/>
                      <a:tailEnd type="none" w="med" len="med"/>
                    </a:lnT>
                    <a:solidFill>
                      <a:schemeClr val="bg1">
                        <a:lumMod val="20000"/>
                        <a:lumOff val="80000"/>
                      </a:schemeClr>
                    </a:solidFill>
                  </a:tcPr>
                </a:tc>
                <a:tc>
                  <a:txBody>
                    <a:bodyPr/>
                    <a:lstStyle/>
                    <a:p>
                      <a:pPr marL="182880" marR="0" indent="0" algn="l" defTabSz="932742" rtl="0" eaLnBrk="1" fontAlgn="auto" latinLnBrk="0" hangingPunct="1">
                        <a:lnSpc>
                          <a:spcPct val="100000"/>
                        </a:lnSpc>
                        <a:spcBef>
                          <a:spcPts val="500"/>
                        </a:spcBef>
                        <a:spcAft>
                          <a:spcPts val="0"/>
                        </a:spcAft>
                        <a:buClrTx/>
                        <a:buSzTx/>
                        <a:buFontTx/>
                        <a:buNone/>
                        <a:tabLst/>
                        <a:defRPr/>
                      </a:pPr>
                      <a:r>
                        <a:rPr lang="en-US" sz="1050" dirty="0" smtClean="0">
                          <a:solidFill>
                            <a:schemeClr val="bg1"/>
                          </a:solidFill>
                        </a:rPr>
                        <a:t>Primarily append-only store</a:t>
                      </a:r>
                    </a:p>
                    <a:p>
                      <a:pPr marL="182880" marR="0" indent="0" algn="l" defTabSz="932742" rtl="0" eaLnBrk="1" fontAlgn="auto" latinLnBrk="0" hangingPunct="1">
                        <a:lnSpc>
                          <a:spcPct val="100000"/>
                        </a:lnSpc>
                        <a:spcBef>
                          <a:spcPts val="500"/>
                        </a:spcBef>
                        <a:spcAft>
                          <a:spcPts val="0"/>
                        </a:spcAft>
                        <a:buClrTx/>
                        <a:buSzTx/>
                        <a:buFontTx/>
                        <a:buNone/>
                        <a:tabLst/>
                        <a:defRPr/>
                      </a:pPr>
                      <a:r>
                        <a:rPr lang="en-US" sz="1050" dirty="0" smtClean="0">
                          <a:solidFill>
                            <a:schemeClr val="bg1"/>
                          </a:solidFill>
                        </a:rPr>
                        <a:t>Unable</a:t>
                      </a:r>
                      <a:r>
                        <a:rPr lang="en-US" sz="1050" baseline="0" dirty="0" smtClean="0">
                          <a:solidFill>
                            <a:schemeClr val="bg1"/>
                          </a:solidFill>
                        </a:rPr>
                        <a:t> to keep up with insert workload</a:t>
                      </a:r>
                      <a:endParaRPr lang="en-US" sz="1050" dirty="0" smtClean="0">
                        <a:solidFill>
                          <a:schemeClr val="bg1"/>
                        </a:solidFill>
                      </a:endParaRPr>
                    </a:p>
                  </a:txBody>
                  <a:tcPr marL="0" marT="91440" marB="91440">
                    <a:lnT w="12700" cap="flat" cmpd="sng" algn="ctr">
                      <a:solidFill>
                        <a:schemeClr val="tx1"/>
                      </a:solidFill>
                      <a:prstDash val="solid"/>
                      <a:round/>
                      <a:headEnd type="none" w="med" len="med"/>
                      <a:tailEnd type="none" w="med" len="med"/>
                    </a:lnT>
                    <a:solidFill>
                      <a:schemeClr val="bg1">
                        <a:lumMod val="20000"/>
                        <a:lumOff val="80000"/>
                      </a:schemeClr>
                    </a:solidFill>
                  </a:tcPr>
                </a:tc>
                <a:tc>
                  <a:txBody>
                    <a:bodyPr/>
                    <a:lstStyle/>
                    <a:p>
                      <a:pPr marL="182880" marR="0" indent="0" algn="l" defTabSz="932742" rtl="0" eaLnBrk="1" fontAlgn="auto" latinLnBrk="0" hangingPunct="1">
                        <a:lnSpc>
                          <a:spcPct val="100000"/>
                        </a:lnSpc>
                        <a:spcBef>
                          <a:spcPts val="500"/>
                        </a:spcBef>
                        <a:spcAft>
                          <a:spcPts val="0"/>
                        </a:spcAft>
                        <a:buClrTx/>
                        <a:buSzTx/>
                        <a:buFontTx/>
                        <a:buNone/>
                        <a:tabLst/>
                        <a:defRPr/>
                      </a:pPr>
                      <a:r>
                        <a:rPr lang="en-US" sz="1050" dirty="0" smtClean="0">
                          <a:solidFill>
                            <a:schemeClr val="bg1"/>
                          </a:solidFill>
                        </a:rPr>
                        <a:t>Eliminate</a:t>
                      </a:r>
                      <a:r>
                        <a:rPr lang="en-US" sz="1050" baseline="0" dirty="0" smtClean="0">
                          <a:solidFill>
                            <a:schemeClr val="bg1"/>
                          </a:solidFill>
                        </a:rPr>
                        <a:t> contention</a:t>
                      </a:r>
                    </a:p>
                    <a:p>
                      <a:pPr marL="182880" marR="0" indent="0" algn="l" defTabSz="932742" rtl="0" eaLnBrk="1" fontAlgn="auto" latinLnBrk="0" hangingPunct="1">
                        <a:lnSpc>
                          <a:spcPct val="100000"/>
                        </a:lnSpc>
                        <a:spcBef>
                          <a:spcPts val="500"/>
                        </a:spcBef>
                        <a:spcAft>
                          <a:spcPts val="0"/>
                        </a:spcAft>
                        <a:buClrTx/>
                        <a:buSzTx/>
                        <a:buFontTx/>
                        <a:buNone/>
                        <a:tabLst/>
                        <a:defRPr/>
                      </a:pPr>
                      <a:r>
                        <a:rPr lang="en-US" sz="1050" baseline="0" dirty="0" smtClean="0">
                          <a:solidFill>
                            <a:schemeClr val="bg1"/>
                          </a:solidFill>
                        </a:rPr>
                        <a:t>Reduce logging</a:t>
                      </a:r>
                      <a:endParaRPr lang="en-US" sz="1050" dirty="0" smtClean="0">
                        <a:solidFill>
                          <a:schemeClr val="bg1"/>
                        </a:solidFill>
                      </a:endParaRPr>
                    </a:p>
                  </a:txBody>
                  <a:tcPr marL="0" marT="91440" marB="91440">
                    <a:lnT w="12700" cap="flat" cmpd="sng" algn="ctr">
                      <a:solidFill>
                        <a:schemeClr val="tx1"/>
                      </a:solidFill>
                      <a:prstDash val="solid"/>
                      <a:round/>
                      <a:headEnd type="none" w="med" len="med"/>
                      <a:tailEnd type="none" w="med" len="med"/>
                    </a:lnT>
                    <a:solidFill>
                      <a:schemeClr val="bg1">
                        <a:lumMod val="20000"/>
                        <a:lumOff val="80000"/>
                      </a:schemeClr>
                    </a:solidFill>
                  </a:tcPr>
                </a:tc>
                <a:extLst>
                  <a:ext uri="{0D108BD9-81ED-4DB2-BD59-A6C34878D82A}">
                    <a16:rowId xmlns="" xmlns:a16="http://schemas.microsoft.com/office/drawing/2014/main" val="10001"/>
                  </a:ext>
                </a:extLst>
              </a:tr>
              <a:tr h="914400">
                <a:tc>
                  <a:txBody>
                    <a:bodyPr/>
                    <a:lstStyle/>
                    <a:p>
                      <a:pPr marL="182880">
                        <a:spcBef>
                          <a:spcPts val="500"/>
                        </a:spcBef>
                      </a:pPr>
                      <a:r>
                        <a:rPr lang="en-US" sz="1050" dirty="0" smtClean="0">
                          <a:solidFill>
                            <a:schemeClr val="bg1"/>
                          </a:solidFill>
                        </a:rPr>
                        <a:t>Read performance and scale with periodic</a:t>
                      </a:r>
                      <a:r>
                        <a:rPr lang="en-US" sz="1050" baseline="0" dirty="0" smtClean="0">
                          <a:solidFill>
                            <a:schemeClr val="bg1"/>
                          </a:solidFill>
                        </a:rPr>
                        <a:t> batch inserts and updates</a:t>
                      </a:r>
                      <a:endParaRPr lang="en-US" sz="1050" dirty="0">
                        <a:solidFill>
                          <a:schemeClr val="bg1"/>
                        </a:solidFill>
                      </a:endParaRPr>
                    </a:p>
                  </a:txBody>
                  <a:tcPr marL="0" marT="91440" marB="91440">
                    <a:solidFill>
                      <a:srgbClr val="F2F2F2"/>
                    </a:solidFill>
                  </a:tcPr>
                </a:tc>
                <a:tc>
                  <a:txBody>
                    <a:bodyPr/>
                    <a:lstStyle/>
                    <a:p>
                      <a:pPr marL="182880">
                        <a:spcBef>
                          <a:spcPts val="500"/>
                        </a:spcBef>
                      </a:pPr>
                      <a:r>
                        <a:rPr lang="en-US" sz="1050" dirty="0" smtClean="0">
                          <a:solidFill>
                            <a:schemeClr val="bg1"/>
                          </a:solidFill>
                        </a:rPr>
                        <a:t>High-performance read operation,</a:t>
                      </a:r>
                      <a:r>
                        <a:rPr lang="en-US" sz="1050" baseline="0" dirty="0" smtClean="0">
                          <a:solidFill>
                            <a:schemeClr val="bg1"/>
                          </a:solidFill>
                        </a:rPr>
                        <a:t> especially when each server request has multiple read operations to perform</a:t>
                      </a:r>
                    </a:p>
                    <a:p>
                      <a:pPr marL="182880">
                        <a:spcBef>
                          <a:spcPts val="500"/>
                        </a:spcBef>
                      </a:pPr>
                      <a:r>
                        <a:rPr lang="en-US" sz="1050" baseline="0" dirty="0" smtClean="0">
                          <a:solidFill>
                            <a:schemeClr val="bg1"/>
                          </a:solidFill>
                        </a:rPr>
                        <a:t>Unable to meet scale-up requirements</a:t>
                      </a:r>
                      <a:endParaRPr lang="en-US" sz="1050" dirty="0">
                        <a:solidFill>
                          <a:schemeClr val="bg1"/>
                        </a:solidFill>
                      </a:endParaRPr>
                    </a:p>
                  </a:txBody>
                  <a:tcPr marL="0" marT="91440" marB="91440">
                    <a:solidFill>
                      <a:srgbClr val="F2F2F2"/>
                    </a:solidFill>
                  </a:tcPr>
                </a:tc>
                <a:tc>
                  <a:txBody>
                    <a:bodyPr/>
                    <a:lstStyle/>
                    <a:p>
                      <a:pPr marL="182880">
                        <a:spcBef>
                          <a:spcPts val="500"/>
                        </a:spcBef>
                      </a:pPr>
                      <a:r>
                        <a:rPr lang="en-US" sz="1050" dirty="0" smtClean="0">
                          <a:solidFill>
                            <a:schemeClr val="bg1"/>
                          </a:solidFill>
                        </a:rPr>
                        <a:t>Eliminate</a:t>
                      </a:r>
                      <a:r>
                        <a:rPr lang="en-US" sz="1050" baseline="0" dirty="0" smtClean="0">
                          <a:solidFill>
                            <a:schemeClr val="bg1"/>
                          </a:solidFill>
                        </a:rPr>
                        <a:t> contention when new data arrives</a:t>
                      </a:r>
                    </a:p>
                    <a:p>
                      <a:pPr marL="182880">
                        <a:spcBef>
                          <a:spcPts val="500"/>
                        </a:spcBef>
                      </a:pPr>
                      <a:r>
                        <a:rPr lang="en-US" sz="1050" baseline="0" dirty="0" smtClean="0">
                          <a:solidFill>
                            <a:schemeClr val="bg1"/>
                          </a:solidFill>
                        </a:rPr>
                        <a:t>Lower latency data retrieval</a:t>
                      </a:r>
                    </a:p>
                    <a:p>
                      <a:pPr marL="182880">
                        <a:spcBef>
                          <a:spcPts val="500"/>
                        </a:spcBef>
                      </a:pPr>
                      <a:r>
                        <a:rPr lang="en-US" sz="1050" baseline="0" dirty="0" smtClean="0">
                          <a:solidFill>
                            <a:schemeClr val="bg1"/>
                          </a:solidFill>
                        </a:rPr>
                        <a:t>Minimize code execution time</a:t>
                      </a:r>
                      <a:endParaRPr lang="en-US" sz="1050" dirty="0">
                        <a:solidFill>
                          <a:schemeClr val="bg1"/>
                        </a:solidFill>
                      </a:endParaRPr>
                    </a:p>
                  </a:txBody>
                  <a:tcPr marL="0" marT="91440" marB="91440">
                    <a:solidFill>
                      <a:srgbClr val="F2F2F2"/>
                    </a:solidFill>
                  </a:tcPr>
                </a:tc>
                <a:extLst>
                  <a:ext uri="{0D108BD9-81ED-4DB2-BD59-A6C34878D82A}">
                    <a16:rowId xmlns="" xmlns:a16="http://schemas.microsoft.com/office/drawing/2014/main" val="10003"/>
                  </a:ext>
                </a:extLst>
              </a:tr>
              <a:tr h="0">
                <a:tc>
                  <a:txBody>
                    <a:bodyPr/>
                    <a:lstStyle/>
                    <a:p>
                      <a:pPr marL="182880">
                        <a:spcBef>
                          <a:spcPts val="500"/>
                        </a:spcBef>
                      </a:pPr>
                      <a:r>
                        <a:rPr lang="en-US" sz="1050" dirty="0" smtClean="0">
                          <a:solidFill>
                            <a:schemeClr val="bg1"/>
                          </a:solidFill>
                        </a:rPr>
                        <a:t>Intensive business logic processing in database server</a:t>
                      </a:r>
                      <a:endParaRPr lang="en-US" sz="1050" dirty="0">
                        <a:solidFill>
                          <a:schemeClr val="bg1"/>
                        </a:solidFill>
                      </a:endParaRPr>
                    </a:p>
                  </a:txBody>
                  <a:tcPr marL="0" marT="91440" marB="91440">
                    <a:solidFill>
                      <a:schemeClr val="bg1">
                        <a:lumMod val="20000"/>
                        <a:lumOff val="80000"/>
                      </a:schemeClr>
                    </a:solidFill>
                  </a:tcPr>
                </a:tc>
                <a:tc>
                  <a:txBody>
                    <a:bodyPr/>
                    <a:lstStyle/>
                    <a:p>
                      <a:pPr marL="182880">
                        <a:spcBef>
                          <a:spcPts val="500"/>
                        </a:spcBef>
                      </a:pPr>
                      <a:r>
                        <a:rPr lang="en-US" sz="1050" dirty="0" smtClean="0">
                          <a:solidFill>
                            <a:schemeClr val="bg1"/>
                          </a:solidFill>
                        </a:rPr>
                        <a:t>Insert,</a:t>
                      </a:r>
                      <a:r>
                        <a:rPr lang="en-US" sz="1050" baseline="0" dirty="0" smtClean="0">
                          <a:solidFill>
                            <a:schemeClr val="bg1"/>
                          </a:solidFill>
                        </a:rPr>
                        <a:t> update, and delete workload</a:t>
                      </a:r>
                    </a:p>
                    <a:p>
                      <a:pPr marL="182880">
                        <a:spcBef>
                          <a:spcPts val="500"/>
                        </a:spcBef>
                      </a:pPr>
                      <a:r>
                        <a:rPr lang="en-US" sz="1050" baseline="0" dirty="0" smtClean="0">
                          <a:solidFill>
                            <a:schemeClr val="bg1"/>
                          </a:solidFill>
                        </a:rPr>
                        <a:t>Intensive computation inside stored procedures</a:t>
                      </a:r>
                    </a:p>
                    <a:p>
                      <a:pPr marL="182880">
                        <a:spcBef>
                          <a:spcPts val="500"/>
                        </a:spcBef>
                      </a:pPr>
                      <a:r>
                        <a:rPr lang="en-US" sz="1050" baseline="0" dirty="0" smtClean="0">
                          <a:solidFill>
                            <a:schemeClr val="bg1"/>
                          </a:solidFill>
                        </a:rPr>
                        <a:t>Read and write contention</a:t>
                      </a:r>
                    </a:p>
                  </a:txBody>
                  <a:tcPr marL="0" marT="91440" marB="91440">
                    <a:solidFill>
                      <a:schemeClr val="bg1">
                        <a:lumMod val="20000"/>
                        <a:lumOff val="80000"/>
                      </a:schemeClr>
                    </a:solidFill>
                  </a:tcPr>
                </a:tc>
                <a:tc>
                  <a:txBody>
                    <a:bodyPr/>
                    <a:lstStyle/>
                    <a:p>
                      <a:pPr marL="182880">
                        <a:spcBef>
                          <a:spcPts val="500"/>
                        </a:spcBef>
                      </a:pPr>
                      <a:r>
                        <a:rPr lang="en-US" sz="1050" dirty="0" smtClean="0">
                          <a:solidFill>
                            <a:schemeClr val="bg1"/>
                          </a:solidFill>
                        </a:rPr>
                        <a:t>Eliminate contention</a:t>
                      </a:r>
                    </a:p>
                    <a:p>
                      <a:pPr marL="182880">
                        <a:spcBef>
                          <a:spcPts val="500"/>
                        </a:spcBef>
                      </a:pPr>
                      <a:r>
                        <a:rPr lang="en-US" sz="1050" dirty="0" smtClean="0">
                          <a:solidFill>
                            <a:schemeClr val="bg1"/>
                          </a:solidFill>
                        </a:rPr>
                        <a:t>Minimize code execution</a:t>
                      </a:r>
                      <a:r>
                        <a:rPr lang="en-US" sz="1050" baseline="0" dirty="0" smtClean="0">
                          <a:solidFill>
                            <a:schemeClr val="bg1"/>
                          </a:solidFill>
                        </a:rPr>
                        <a:t> time for reduced latency and improved throughput</a:t>
                      </a:r>
                      <a:endParaRPr lang="en-US" sz="1050" dirty="0">
                        <a:solidFill>
                          <a:schemeClr val="bg1"/>
                        </a:solidFill>
                      </a:endParaRPr>
                    </a:p>
                  </a:txBody>
                  <a:tcPr marL="0" marT="91440" marB="91440">
                    <a:solidFill>
                      <a:schemeClr val="bg1">
                        <a:lumMod val="20000"/>
                        <a:lumOff val="80000"/>
                      </a:schemeClr>
                    </a:solidFill>
                  </a:tcPr>
                </a:tc>
                <a:extLst>
                  <a:ext uri="{0D108BD9-81ED-4DB2-BD59-A6C34878D82A}">
                    <a16:rowId xmlns="" xmlns:a16="http://schemas.microsoft.com/office/drawing/2014/main" val="10004"/>
                  </a:ext>
                </a:extLst>
              </a:tr>
              <a:tr h="0">
                <a:tc>
                  <a:txBody>
                    <a:bodyPr/>
                    <a:lstStyle/>
                    <a:p>
                      <a:pPr marL="182880">
                        <a:spcBef>
                          <a:spcPts val="500"/>
                        </a:spcBef>
                      </a:pPr>
                      <a:r>
                        <a:rPr lang="en-US" sz="1050" dirty="0" smtClean="0">
                          <a:solidFill>
                            <a:schemeClr val="bg1"/>
                          </a:solidFill>
                        </a:rPr>
                        <a:t>Low latency</a:t>
                      </a:r>
                      <a:endParaRPr lang="en-US" sz="1050" dirty="0">
                        <a:solidFill>
                          <a:schemeClr val="bg1"/>
                        </a:solidFill>
                      </a:endParaRPr>
                    </a:p>
                  </a:txBody>
                  <a:tcPr marL="0" marT="91440" marB="91440">
                    <a:solidFill>
                      <a:srgbClr val="F2F2F2"/>
                    </a:solidFill>
                  </a:tcPr>
                </a:tc>
                <a:tc>
                  <a:txBody>
                    <a:bodyPr/>
                    <a:lstStyle/>
                    <a:p>
                      <a:pPr marL="182880" algn="l">
                        <a:spcBef>
                          <a:spcPts val="500"/>
                        </a:spcBef>
                      </a:pPr>
                      <a:r>
                        <a:rPr lang="en-US" sz="1050" dirty="0" smtClean="0">
                          <a:solidFill>
                            <a:schemeClr val="bg1"/>
                          </a:solidFill>
                        </a:rPr>
                        <a:t>Low-latency business transaction required,</a:t>
                      </a:r>
                      <a:r>
                        <a:rPr lang="en-US" sz="1050" baseline="0" dirty="0" smtClean="0">
                          <a:solidFill>
                            <a:schemeClr val="bg1"/>
                          </a:solidFill>
                        </a:rPr>
                        <a:t> which typical database solutions can’t achieve</a:t>
                      </a:r>
                      <a:endParaRPr lang="en-US" sz="1050" dirty="0">
                        <a:solidFill>
                          <a:schemeClr val="bg1"/>
                        </a:solidFill>
                      </a:endParaRPr>
                    </a:p>
                  </a:txBody>
                  <a:tcPr marL="0" marT="91440" marB="91440">
                    <a:solidFill>
                      <a:srgbClr val="F2F2F2"/>
                    </a:solidFill>
                  </a:tcPr>
                </a:tc>
                <a:tc>
                  <a:txBody>
                    <a:bodyPr/>
                    <a:lstStyle/>
                    <a:p>
                      <a:pPr marL="182880" algn="l">
                        <a:spcBef>
                          <a:spcPts val="500"/>
                        </a:spcBef>
                      </a:pPr>
                      <a:r>
                        <a:rPr lang="en-US" sz="1050" dirty="0" smtClean="0">
                          <a:solidFill>
                            <a:schemeClr val="bg1"/>
                          </a:solidFill>
                        </a:rPr>
                        <a:t>Eliminate contention</a:t>
                      </a:r>
                    </a:p>
                    <a:p>
                      <a:pPr marL="182880" algn="l">
                        <a:spcBef>
                          <a:spcPts val="500"/>
                        </a:spcBef>
                      </a:pPr>
                      <a:r>
                        <a:rPr lang="en-US" sz="1050" dirty="0" smtClean="0">
                          <a:solidFill>
                            <a:schemeClr val="bg1"/>
                          </a:solidFill>
                        </a:rPr>
                        <a:t>Minimize code execution time</a:t>
                      </a:r>
                    </a:p>
                    <a:p>
                      <a:pPr marL="182880" algn="l">
                        <a:spcBef>
                          <a:spcPts val="500"/>
                        </a:spcBef>
                      </a:pPr>
                      <a:r>
                        <a:rPr lang="en-US" sz="1050" dirty="0" smtClean="0">
                          <a:solidFill>
                            <a:schemeClr val="bg1"/>
                          </a:solidFill>
                        </a:rPr>
                        <a:t>Low</a:t>
                      </a:r>
                      <a:r>
                        <a:rPr lang="en-US" sz="1050" baseline="0" dirty="0" smtClean="0">
                          <a:solidFill>
                            <a:schemeClr val="bg1"/>
                          </a:solidFill>
                        </a:rPr>
                        <a:t>-latency code execution</a:t>
                      </a:r>
                    </a:p>
                    <a:p>
                      <a:pPr marL="182880" algn="l">
                        <a:spcBef>
                          <a:spcPts val="500"/>
                        </a:spcBef>
                      </a:pPr>
                      <a:r>
                        <a:rPr lang="en-US" sz="1050" baseline="0" dirty="0" smtClean="0">
                          <a:solidFill>
                            <a:schemeClr val="bg1"/>
                          </a:solidFill>
                        </a:rPr>
                        <a:t>Efficient data retrieval</a:t>
                      </a:r>
                      <a:endParaRPr lang="en-US" sz="1050" dirty="0" smtClean="0">
                        <a:solidFill>
                          <a:schemeClr val="bg1"/>
                        </a:solidFill>
                      </a:endParaRPr>
                    </a:p>
                  </a:txBody>
                  <a:tcPr marL="0" marT="91440" marB="91440">
                    <a:solidFill>
                      <a:srgbClr val="F2F2F2"/>
                    </a:solidFill>
                  </a:tcPr>
                </a:tc>
                <a:extLst>
                  <a:ext uri="{0D108BD9-81ED-4DB2-BD59-A6C34878D82A}">
                    <a16:rowId xmlns="" xmlns:a16="http://schemas.microsoft.com/office/drawing/2014/main" val="10005"/>
                  </a:ext>
                </a:extLst>
              </a:tr>
              <a:tr h="0">
                <a:tc>
                  <a:txBody>
                    <a:bodyPr/>
                    <a:lstStyle/>
                    <a:p>
                      <a:pPr marL="182880">
                        <a:spcBef>
                          <a:spcPts val="500"/>
                        </a:spcBef>
                      </a:pPr>
                      <a:r>
                        <a:rPr lang="en-US" sz="1050" dirty="0" smtClean="0">
                          <a:solidFill>
                            <a:schemeClr val="bg1"/>
                          </a:solidFill>
                        </a:rPr>
                        <a:t>Session state management</a:t>
                      </a:r>
                      <a:endParaRPr lang="en-US" sz="1050" dirty="0">
                        <a:solidFill>
                          <a:schemeClr val="bg1"/>
                        </a:solidFill>
                      </a:endParaRPr>
                    </a:p>
                  </a:txBody>
                  <a:tcPr marL="0" marT="91440" marB="91440">
                    <a:solidFill>
                      <a:schemeClr val="bg1">
                        <a:lumMod val="20000"/>
                        <a:lumOff val="80000"/>
                      </a:schemeClr>
                    </a:solidFill>
                  </a:tcPr>
                </a:tc>
                <a:tc>
                  <a:txBody>
                    <a:bodyPr/>
                    <a:lstStyle/>
                    <a:p>
                      <a:pPr marL="182880">
                        <a:spcBef>
                          <a:spcPts val="500"/>
                        </a:spcBef>
                      </a:pPr>
                      <a:r>
                        <a:rPr lang="en-US" sz="1050" dirty="0" smtClean="0">
                          <a:solidFill>
                            <a:schemeClr val="bg1"/>
                          </a:solidFill>
                        </a:rPr>
                        <a:t>Frequent insert, update,</a:t>
                      </a:r>
                      <a:r>
                        <a:rPr lang="en-US" sz="1050" baseline="0" dirty="0" smtClean="0">
                          <a:solidFill>
                            <a:schemeClr val="bg1"/>
                          </a:solidFill>
                        </a:rPr>
                        <a:t> </a:t>
                      </a:r>
                      <a:r>
                        <a:rPr lang="en-US" sz="1050" dirty="0" smtClean="0">
                          <a:solidFill>
                            <a:schemeClr val="bg1"/>
                          </a:solidFill>
                        </a:rPr>
                        <a:t>and point lookups</a:t>
                      </a:r>
                    </a:p>
                    <a:p>
                      <a:pPr marL="182880">
                        <a:spcBef>
                          <a:spcPts val="500"/>
                        </a:spcBef>
                      </a:pPr>
                      <a:r>
                        <a:rPr lang="en-US" sz="1050" dirty="0" smtClean="0">
                          <a:solidFill>
                            <a:schemeClr val="bg1"/>
                          </a:solidFill>
                        </a:rPr>
                        <a:t>High-scale load from numerous</a:t>
                      </a:r>
                      <a:r>
                        <a:rPr lang="en-US" sz="1050" baseline="0" dirty="0" smtClean="0">
                          <a:solidFill>
                            <a:schemeClr val="bg1"/>
                          </a:solidFill>
                        </a:rPr>
                        <a:t> stateless web servers</a:t>
                      </a:r>
                      <a:endParaRPr lang="en-US" sz="1050" dirty="0">
                        <a:solidFill>
                          <a:schemeClr val="bg1"/>
                        </a:solidFill>
                      </a:endParaRPr>
                    </a:p>
                  </a:txBody>
                  <a:tcPr marL="0" marT="91440" marB="91440">
                    <a:solidFill>
                      <a:schemeClr val="bg1">
                        <a:lumMod val="20000"/>
                        <a:lumOff val="80000"/>
                      </a:schemeClr>
                    </a:solidFill>
                  </a:tcPr>
                </a:tc>
                <a:tc>
                  <a:txBody>
                    <a:bodyPr/>
                    <a:lstStyle/>
                    <a:p>
                      <a:pPr marL="182880">
                        <a:spcBef>
                          <a:spcPts val="500"/>
                        </a:spcBef>
                      </a:pPr>
                      <a:r>
                        <a:rPr lang="en-US" sz="1050" dirty="0" smtClean="0">
                          <a:solidFill>
                            <a:schemeClr val="bg1"/>
                          </a:solidFill>
                        </a:rPr>
                        <a:t>Eliminate</a:t>
                      </a:r>
                      <a:r>
                        <a:rPr lang="en-US" sz="1050" baseline="0" dirty="0" smtClean="0">
                          <a:solidFill>
                            <a:schemeClr val="bg1"/>
                          </a:solidFill>
                        </a:rPr>
                        <a:t> contention</a:t>
                      </a:r>
                    </a:p>
                    <a:p>
                      <a:pPr marL="182880">
                        <a:spcBef>
                          <a:spcPts val="500"/>
                        </a:spcBef>
                      </a:pPr>
                      <a:r>
                        <a:rPr lang="en-US" sz="1050" baseline="0" dirty="0" smtClean="0">
                          <a:solidFill>
                            <a:schemeClr val="bg1"/>
                          </a:solidFill>
                        </a:rPr>
                        <a:t>Efficient data retrieval</a:t>
                      </a:r>
                    </a:p>
                    <a:p>
                      <a:pPr marL="182880">
                        <a:spcBef>
                          <a:spcPts val="500"/>
                        </a:spcBef>
                      </a:pPr>
                      <a:r>
                        <a:rPr lang="en-US" sz="1050" baseline="0" dirty="0" smtClean="0">
                          <a:solidFill>
                            <a:schemeClr val="bg1"/>
                          </a:solidFill>
                        </a:rPr>
                        <a:t>Option IO reduction or removal, when using non-durables tables</a:t>
                      </a:r>
                    </a:p>
                  </a:txBody>
                  <a:tcPr marL="0" marT="91440" marB="91440">
                    <a:solidFill>
                      <a:schemeClr val="bg1">
                        <a:lumMod val="20000"/>
                        <a:lumOff val="80000"/>
                      </a:schemeClr>
                    </a:solidFill>
                  </a:tcPr>
                </a:tc>
                <a:extLst>
                  <a:ext uri="{0D108BD9-81ED-4DB2-BD59-A6C34878D82A}">
                    <a16:rowId xmlns="" xmlns:a16="http://schemas.microsoft.com/office/drawing/2014/main" val="10006"/>
                  </a:ext>
                </a:extLst>
              </a:tr>
            </a:tbl>
          </a:graphicData>
        </a:graphic>
      </p:graphicFrame>
      <p:sp>
        <p:nvSpPr>
          <p:cNvPr id="6"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Benefits</a:t>
            </a:r>
          </a:p>
        </p:txBody>
      </p:sp>
    </p:spTree>
    <p:extLst>
      <p:ext uri="{BB962C8B-B14F-4D97-AF65-F5344CB8AC3E}">
        <p14:creationId xmlns:p14="http://schemas.microsoft.com/office/powerpoint/2010/main" val="1401372345"/>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274320" y="1323598"/>
            <a:ext cx="8985794" cy="4314001"/>
          </a:xfrm>
        </p:spPr>
        <p:txBody>
          <a:bodyPr/>
          <a:lstStyle/>
          <a:p>
            <a:pPr marL="0" indent="0">
              <a:lnSpc>
                <a:spcPct val="100000"/>
              </a:lnSpc>
              <a:spcBef>
                <a:spcPts val="1500"/>
              </a:spcBef>
              <a:buNone/>
            </a:pPr>
            <a:r>
              <a:rPr lang="en-US" sz="2400" dirty="0" smtClean="0">
                <a:solidFill>
                  <a:schemeClr val="bg2"/>
                </a:solidFill>
                <a:latin typeface="+mj-lt"/>
              </a:rPr>
              <a:t>When to use In-Memory OLTP to improve performance</a:t>
            </a:r>
          </a:p>
          <a:p>
            <a:pPr marL="241300" lvl="1" indent="0">
              <a:lnSpc>
                <a:spcPct val="100000"/>
              </a:lnSpc>
              <a:spcBef>
                <a:spcPts val="1000"/>
              </a:spcBef>
              <a:buNone/>
            </a:pPr>
            <a:r>
              <a:rPr lang="en-US" sz="1800" dirty="0" smtClean="0">
                <a:solidFill>
                  <a:schemeClr val="bg1"/>
                </a:solidFill>
              </a:rPr>
              <a:t>Short-running transactions</a:t>
            </a:r>
          </a:p>
          <a:p>
            <a:pPr marL="241300" lvl="1" indent="0">
              <a:lnSpc>
                <a:spcPct val="100000"/>
              </a:lnSpc>
              <a:spcBef>
                <a:spcPts val="1000"/>
              </a:spcBef>
              <a:buNone/>
            </a:pPr>
            <a:r>
              <a:rPr lang="en-US" sz="1800" dirty="0" smtClean="0">
                <a:solidFill>
                  <a:schemeClr val="bg1"/>
                </a:solidFill>
              </a:rPr>
              <a:t>Programming </a:t>
            </a:r>
            <a:r>
              <a:rPr lang="en-US" sz="1800" dirty="0">
                <a:solidFill>
                  <a:schemeClr val="bg1"/>
                </a:solidFill>
              </a:rPr>
              <a:t>patterns </a:t>
            </a:r>
            <a:r>
              <a:rPr lang="en-US" sz="1800" dirty="0" smtClean="0">
                <a:solidFill>
                  <a:schemeClr val="bg1"/>
                </a:solidFill>
              </a:rPr>
              <a:t>including concurrency </a:t>
            </a:r>
            <a:r>
              <a:rPr lang="en-US" sz="1800" dirty="0">
                <a:solidFill>
                  <a:schemeClr val="bg1"/>
                </a:solidFill>
              </a:rPr>
              <a:t>scenarios, point lookups, </a:t>
            </a:r>
            <a:r>
              <a:rPr lang="en-US" sz="1800" dirty="0" smtClean="0">
                <a:solidFill>
                  <a:schemeClr val="bg1"/>
                </a:solidFill>
              </a:rPr>
              <a:t>and workloads in which there </a:t>
            </a:r>
            <a:r>
              <a:rPr lang="en-US" sz="1800" dirty="0">
                <a:solidFill>
                  <a:schemeClr val="bg1"/>
                </a:solidFill>
              </a:rPr>
              <a:t>are many inserts and updates, and business logic in stored </a:t>
            </a:r>
            <a:r>
              <a:rPr lang="en-US" sz="1800" dirty="0" smtClean="0">
                <a:solidFill>
                  <a:schemeClr val="bg1"/>
                </a:solidFill>
              </a:rPr>
              <a:t>procedures</a:t>
            </a:r>
          </a:p>
          <a:p>
            <a:pPr marL="0" indent="0">
              <a:lnSpc>
                <a:spcPct val="100000"/>
              </a:lnSpc>
              <a:spcBef>
                <a:spcPts val="1000"/>
              </a:spcBef>
              <a:buNone/>
            </a:pPr>
            <a:endParaRPr lang="en-US" sz="1800" dirty="0">
              <a:solidFill>
                <a:schemeClr val="bg1"/>
              </a:solidFill>
            </a:endParaRPr>
          </a:p>
          <a:p>
            <a:pPr marL="0" indent="0">
              <a:lnSpc>
                <a:spcPct val="100000"/>
              </a:lnSpc>
              <a:spcBef>
                <a:spcPts val="1000"/>
              </a:spcBef>
              <a:buNone/>
            </a:pPr>
            <a:r>
              <a:rPr lang="en-US" sz="2400" dirty="0" smtClean="0">
                <a:solidFill>
                  <a:schemeClr val="bg2"/>
                </a:solidFill>
                <a:latin typeface="+mj-lt"/>
              </a:rPr>
              <a:t>How In-Memory </a:t>
            </a:r>
            <a:r>
              <a:rPr lang="en-US" sz="2400" dirty="0">
                <a:solidFill>
                  <a:schemeClr val="bg2"/>
                </a:solidFill>
                <a:latin typeface="+mj-lt"/>
              </a:rPr>
              <a:t>OLTP </a:t>
            </a:r>
            <a:r>
              <a:rPr lang="en-US" sz="2400" dirty="0" smtClean="0">
                <a:solidFill>
                  <a:schemeClr val="bg2"/>
                </a:solidFill>
                <a:latin typeface="+mj-lt"/>
              </a:rPr>
              <a:t>improves performance </a:t>
            </a:r>
            <a:r>
              <a:rPr lang="en-US" sz="2400" dirty="0">
                <a:solidFill>
                  <a:schemeClr val="bg2"/>
                </a:solidFill>
                <a:latin typeface="+mj-lt"/>
              </a:rPr>
              <a:t>and </a:t>
            </a:r>
            <a:r>
              <a:rPr lang="en-US" sz="2400" dirty="0" smtClean="0">
                <a:solidFill>
                  <a:schemeClr val="bg2"/>
                </a:solidFill>
                <a:latin typeface="+mj-lt"/>
              </a:rPr>
              <a:t>scalability</a:t>
            </a:r>
            <a:endParaRPr lang="en-US" sz="2400" dirty="0">
              <a:solidFill>
                <a:schemeClr val="bg2"/>
              </a:solidFill>
              <a:latin typeface="+mj-lt"/>
            </a:endParaRPr>
          </a:p>
          <a:p>
            <a:pPr marL="241300" lvl="1" indent="0">
              <a:lnSpc>
                <a:spcPct val="100000"/>
              </a:lnSpc>
              <a:spcBef>
                <a:spcPts val="1000"/>
              </a:spcBef>
              <a:buNone/>
            </a:pPr>
            <a:r>
              <a:rPr lang="en-US" sz="1800" dirty="0" smtClean="0">
                <a:solidFill>
                  <a:schemeClr val="bg1"/>
                </a:solidFill>
              </a:rPr>
              <a:t>Optimized algorithms to access memory-resident data</a:t>
            </a:r>
            <a:endParaRPr lang="en-US" sz="1800" dirty="0">
              <a:solidFill>
                <a:schemeClr val="bg1"/>
              </a:solidFill>
            </a:endParaRPr>
          </a:p>
          <a:p>
            <a:pPr marL="241300" lvl="1" indent="0">
              <a:lnSpc>
                <a:spcPct val="100000"/>
              </a:lnSpc>
              <a:spcBef>
                <a:spcPts val="1000"/>
              </a:spcBef>
              <a:buNone/>
            </a:pPr>
            <a:r>
              <a:rPr lang="en-US" sz="1800" dirty="0">
                <a:solidFill>
                  <a:schemeClr val="bg1"/>
                </a:solidFill>
              </a:rPr>
              <a:t>Optimistic concurrency control that eliminates logical </a:t>
            </a:r>
            <a:r>
              <a:rPr lang="en-US" sz="1800" dirty="0" smtClean="0">
                <a:solidFill>
                  <a:schemeClr val="bg1"/>
                </a:solidFill>
              </a:rPr>
              <a:t>locks</a:t>
            </a:r>
            <a:endParaRPr lang="en-US" sz="1800" dirty="0">
              <a:solidFill>
                <a:schemeClr val="bg1"/>
              </a:solidFill>
            </a:endParaRPr>
          </a:p>
          <a:p>
            <a:pPr marL="241300" lvl="1" indent="0">
              <a:lnSpc>
                <a:spcPct val="100000"/>
              </a:lnSpc>
              <a:spcBef>
                <a:spcPts val="1000"/>
              </a:spcBef>
              <a:buNone/>
            </a:pPr>
            <a:r>
              <a:rPr lang="en-US" sz="1800" dirty="0" smtClean="0">
                <a:solidFill>
                  <a:schemeClr val="bg1"/>
                </a:solidFill>
              </a:rPr>
              <a:t>Natively </a:t>
            </a:r>
            <a:r>
              <a:rPr lang="en-US" sz="1800" dirty="0">
                <a:solidFill>
                  <a:schemeClr val="bg1"/>
                </a:solidFill>
              </a:rPr>
              <a:t>compiled stored </a:t>
            </a:r>
            <a:r>
              <a:rPr lang="en-US" sz="1800" dirty="0" smtClean="0">
                <a:solidFill>
                  <a:schemeClr val="bg1"/>
                </a:solidFill>
              </a:rPr>
              <a:t>procedures, with better </a:t>
            </a:r>
            <a:r>
              <a:rPr lang="en-US" sz="1800" dirty="0">
                <a:solidFill>
                  <a:schemeClr val="bg1"/>
                </a:solidFill>
              </a:rPr>
              <a:t>performance than interpreted stored </a:t>
            </a:r>
            <a:r>
              <a:rPr lang="en-US" sz="1800" dirty="0" smtClean="0">
                <a:solidFill>
                  <a:schemeClr val="bg1"/>
                </a:solidFill>
              </a:rPr>
              <a:t>procedures for accessing memory-optimized tables</a:t>
            </a:r>
            <a:endParaRPr lang="en-US" sz="1800" dirty="0">
              <a:solidFill>
                <a:schemeClr val="bg1"/>
              </a:solidFill>
            </a:endParaRPr>
          </a:p>
        </p:txBody>
      </p:sp>
      <p:sp>
        <p:nvSpPr>
          <p:cNvPr id="5" name="Title 1"/>
          <p:cNvSpPr txBox="1">
            <a:spLocks/>
          </p:cNvSpPr>
          <p:nvPr/>
        </p:nvSpPr>
        <p:spPr>
          <a:xfrm>
            <a:off x="274320" y="296897"/>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5400" b="0" kern="1200" cap="none" spc="-102" baseline="0" dirty="0" smtClean="0">
                <a:ln w="3175">
                  <a:noFill/>
                </a:ln>
                <a:gradFill>
                  <a:gsLst>
                    <a:gs pos="7080">
                      <a:schemeClr val="tx1"/>
                    </a:gs>
                    <a:gs pos="26000">
                      <a:schemeClr val="tx1"/>
                    </a:gs>
                  </a:gsLst>
                  <a:lin ang="5400000" scaled="0"/>
                </a:gradFill>
                <a:effectLst/>
                <a:latin typeface="+mj-lt"/>
                <a:ea typeface="+mn-ea"/>
                <a:cs typeface="Segoe UI" pitchFamily="34" charset="0"/>
              </a:defRPr>
            </a:lvl1pPr>
          </a:lstStyle>
          <a:p>
            <a:r>
              <a:rPr lang="en-US" sz="4800" dirty="0">
                <a:solidFill>
                  <a:srgbClr val="505050"/>
                </a:solidFill>
              </a:rPr>
              <a:t>Other benefits and best practices</a:t>
            </a:r>
          </a:p>
        </p:txBody>
      </p:sp>
    </p:spTree>
    <p:extLst>
      <p:ext uri="{BB962C8B-B14F-4D97-AF65-F5344CB8AC3E}">
        <p14:creationId xmlns:p14="http://schemas.microsoft.com/office/powerpoint/2010/main" val="215081028"/>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75431" y="2654962"/>
            <a:ext cx="11887200" cy="1831975"/>
          </a:xfrm>
          <a:prstGeom prst="rect">
            <a:avLst/>
          </a:prstGeom>
          <a:noFill/>
        </p:spPr>
        <p:txBody>
          <a:bodyPr vert="horz" wrap="square" lIns="146304" tIns="91440" rIns="146304" bIns="91440" rtlCol="0" anchor="t" anchorCtr="0">
            <a:noAutofit/>
          </a:bodyPr>
          <a:lstStyle>
            <a:lvl1pPr algn="l" defTabSz="932742" rtl="0" eaLnBrk="1" latinLnBrk="0" hangingPunct="1">
              <a:lnSpc>
                <a:spcPct val="90000"/>
              </a:lnSpc>
              <a:spcBef>
                <a:spcPct val="0"/>
              </a:spcBef>
              <a:buNone/>
              <a:defRPr lang="en-US" sz="8800" b="0" kern="1200" cap="none" spc="-100" baseline="0">
                <a:ln w="3175">
                  <a:noFill/>
                </a:ln>
                <a:gradFill>
                  <a:gsLst>
                    <a:gs pos="100000">
                      <a:schemeClr val="tx1"/>
                    </a:gs>
                    <a:gs pos="0">
                      <a:schemeClr val="tx1"/>
                    </a:gs>
                  </a:gsLst>
                  <a:lin ang="5400000" scaled="0"/>
                </a:gradFill>
                <a:effectLst/>
                <a:latin typeface="+mj-lt"/>
                <a:ea typeface="+mn-ea"/>
                <a:cs typeface="Segoe UI" pitchFamily="34" charset="0"/>
              </a:defRPr>
            </a:lvl1pPr>
          </a:lstStyle>
          <a:p>
            <a:r>
              <a:rPr lang="en-US" sz="7200" dirty="0"/>
              <a:t>Hands-on lab (HOL)</a:t>
            </a:r>
          </a:p>
        </p:txBody>
      </p:sp>
    </p:spTree>
    <p:extLst>
      <p:ext uri="{BB962C8B-B14F-4D97-AF65-F5344CB8AC3E}">
        <p14:creationId xmlns:p14="http://schemas.microsoft.com/office/powerpoint/2010/main" val="90194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5201" y="5991150"/>
            <a:ext cx="11990363" cy="810478"/>
          </a:xfrm>
          <a:prstGeom prst="rect">
            <a:avLst/>
          </a:prstGeom>
          <a:noFill/>
        </p:spPr>
        <p:txBody>
          <a:bodyPr wrap="square" rtlCol="0">
            <a:spAutoFit/>
          </a:bodyPr>
          <a:lstStyle/>
          <a:p>
            <a:pPr defTabSz="932706">
              <a:lnSpc>
                <a:spcPts val="1441"/>
              </a:lnSpc>
            </a:pPr>
            <a:r>
              <a:rPr lang="en-US" sz="1000" dirty="0" smtClean="0"/>
              <a:t>© 2015 Microsoft Corporation. All rights reserved. Microsoft, Windows, Microsoft Azure,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1000" dirty="0"/>
          </a:p>
        </p:txBody>
      </p:sp>
      <p:pic>
        <p:nvPicPr>
          <p:cNvPr id="6" name="Picture 5"/>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bwMode="invGray">
          <a:xfrm>
            <a:off x="459230" y="2852940"/>
            <a:ext cx="3288506" cy="704445"/>
          </a:xfrm>
          <a:prstGeom prst="rect">
            <a:avLst/>
          </a:prstGeom>
        </p:spPr>
      </p:pic>
    </p:spTree>
    <p:extLst>
      <p:ext uri="{BB962C8B-B14F-4D97-AF65-F5344CB8AC3E}">
        <p14:creationId xmlns:p14="http://schemas.microsoft.com/office/powerpoint/2010/main" val="581272215"/>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Server and Cloud 2013">
  <a:themeElements>
    <a:clrScheme name="STB Template">
      <a:dk1>
        <a:srgbClr val="505050"/>
      </a:dk1>
      <a:lt1>
        <a:srgbClr val="FFFFFF"/>
      </a:lt1>
      <a:dk2>
        <a:srgbClr val="008272"/>
      </a:dk2>
      <a:lt2>
        <a:srgbClr val="D2D2D2"/>
      </a:lt2>
      <a:accent1>
        <a:srgbClr val="0072C6"/>
      </a:accent1>
      <a:accent2>
        <a:srgbClr val="DC3C00"/>
      </a:accent2>
      <a:accent3>
        <a:srgbClr val="008272"/>
      </a:accent3>
      <a:accent4>
        <a:srgbClr val="68217A"/>
      </a:accent4>
      <a:accent5>
        <a:srgbClr val="002050"/>
      </a:accent5>
      <a:accent6>
        <a:srgbClr val="442359"/>
      </a:accent6>
      <a:hlink>
        <a:srgbClr val="002050"/>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5465D01F-9AE6-47ED-AC67-4D8944814AA9}"/>
    </a:ext>
  </a:extLst>
</a:theme>
</file>

<file path=ppt/theme/theme2.xml><?xml version="1.0" encoding="utf-8"?>
<a:theme xmlns:a="http://schemas.openxmlformats.org/drawingml/2006/main" name="Transform the Datacenter">
  <a:themeElements>
    <a:clrScheme name="STB Template Blue">
      <a:dk1>
        <a:srgbClr val="505050"/>
      </a:dk1>
      <a:lt1>
        <a:srgbClr val="FFFFFF"/>
      </a:lt1>
      <a:dk2>
        <a:srgbClr val="0072C6"/>
      </a:dk2>
      <a:lt2>
        <a:srgbClr val="D2D2D2"/>
      </a:lt2>
      <a:accent1>
        <a:srgbClr val="0072C6"/>
      </a:accent1>
      <a:accent2>
        <a:srgbClr val="DC3C00"/>
      </a:accent2>
      <a:accent3>
        <a:srgbClr val="008272"/>
      </a:accent3>
      <a:accent4>
        <a:srgbClr val="68217A"/>
      </a:accent4>
      <a:accent5>
        <a:srgbClr val="002050"/>
      </a:accent5>
      <a:accent6>
        <a:srgbClr val="442359"/>
      </a:accent6>
      <a:hlink>
        <a:srgbClr val="002050"/>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9469EE65-A5BE-40EC-8EF5-1BBAFC029094}"/>
    </a:ext>
  </a:extLst>
</a:theme>
</file>

<file path=ppt/theme/theme3.xml><?xml version="1.0" encoding="utf-8"?>
<a:theme xmlns:a="http://schemas.openxmlformats.org/drawingml/2006/main" name="CloudOS">
  <a:themeElements>
    <a:clrScheme name="STB Template Blue">
      <a:dk1>
        <a:srgbClr val="505050"/>
      </a:dk1>
      <a:lt1>
        <a:srgbClr val="FFFFFF"/>
      </a:lt1>
      <a:dk2>
        <a:srgbClr val="0072C6"/>
      </a:dk2>
      <a:lt2>
        <a:srgbClr val="D2D2D2"/>
      </a:lt2>
      <a:accent1>
        <a:srgbClr val="0072C6"/>
      </a:accent1>
      <a:accent2>
        <a:srgbClr val="DC3C00"/>
      </a:accent2>
      <a:accent3>
        <a:srgbClr val="008272"/>
      </a:accent3>
      <a:accent4>
        <a:srgbClr val="68217A"/>
      </a:accent4>
      <a:accent5>
        <a:srgbClr val="002050"/>
      </a:accent5>
      <a:accent6>
        <a:srgbClr val="442359"/>
      </a:accent6>
      <a:hlink>
        <a:srgbClr val="002050"/>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81192D97-C069-469D-919F-BDBFA53A12D0}"/>
    </a:ext>
  </a:extLst>
</a:theme>
</file>

<file path=ppt/theme/theme4.xml><?xml version="1.0" encoding="utf-8"?>
<a:theme xmlns:a="http://schemas.openxmlformats.org/drawingml/2006/main" name="Data Insights">
  <a:themeElements>
    <a:clrScheme name="STB Template Orange">
      <a:dk1>
        <a:srgbClr val="505050"/>
      </a:dk1>
      <a:lt1>
        <a:srgbClr val="FFFFFF"/>
      </a:lt1>
      <a:dk2>
        <a:srgbClr val="DC3C00"/>
      </a:dk2>
      <a:lt2>
        <a:srgbClr val="D2D2D2"/>
      </a:lt2>
      <a:accent1>
        <a:srgbClr val="0072C6"/>
      </a:accent1>
      <a:accent2>
        <a:srgbClr val="DC3C00"/>
      </a:accent2>
      <a:accent3>
        <a:srgbClr val="008272"/>
      </a:accent3>
      <a:accent4>
        <a:srgbClr val="68217A"/>
      </a:accent4>
      <a:accent5>
        <a:srgbClr val="002050"/>
      </a:accent5>
      <a:accent6>
        <a:srgbClr val="442359"/>
      </a:accent6>
      <a:hlink>
        <a:srgbClr val="6E1D00"/>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A37DF81B-A8DE-4273-9585-060E06BBA8DD}"/>
    </a:ext>
  </a:extLst>
</a:theme>
</file>

<file path=ppt/theme/theme5.xml><?xml version="1.0" encoding="utf-8"?>
<a:theme xmlns:a="http://schemas.openxmlformats.org/drawingml/2006/main" name="People-Centric IT">
  <a:themeElements>
    <a:clrScheme name="STB Template Teal">
      <a:dk1>
        <a:srgbClr val="505050"/>
      </a:dk1>
      <a:lt1>
        <a:srgbClr val="FFFFFF"/>
      </a:lt1>
      <a:dk2>
        <a:srgbClr val="008272"/>
      </a:dk2>
      <a:lt2>
        <a:srgbClr val="D2D2D2"/>
      </a:lt2>
      <a:accent1>
        <a:srgbClr val="0072C6"/>
      </a:accent1>
      <a:accent2>
        <a:srgbClr val="DC3C00"/>
      </a:accent2>
      <a:accent3>
        <a:srgbClr val="008272"/>
      </a:accent3>
      <a:accent4>
        <a:srgbClr val="68217A"/>
      </a:accent4>
      <a:accent5>
        <a:srgbClr val="002050"/>
      </a:accent5>
      <a:accent6>
        <a:srgbClr val="442359"/>
      </a:accent6>
      <a:hlink>
        <a:srgbClr val="00221E"/>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9A8E657C-465A-4BBD-9062-958AEFC89CEA}"/>
    </a:ext>
  </a:extLst>
</a:theme>
</file>

<file path=ppt/theme/theme6.xml><?xml version="1.0" encoding="utf-8"?>
<a:theme xmlns:a="http://schemas.openxmlformats.org/drawingml/2006/main" name="Modern Apps">
  <a:themeElements>
    <a:clrScheme name="STB Template Purple">
      <a:dk1>
        <a:srgbClr val="505050"/>
      </a:dk1>
      <a:lt1>
        <a:srgbClr val="FFFFFF"/>
      </a:lt1>
      <a:dk2>
        <a:srgbClr val="68217A"/>
      </a:dk2>
      <a:lt2>
        <a:srgbClr val="D2D2D2"/>
      </a:lt2>
      <a:accent1>
        <a:srgbClr val="0072C6"/>
      </a:accent1>
      <a:accent2>
        <a:srgbClr val="DC3C00"/>
      </a:accent2>
      <a:accent3>
        <a:srgbClr val="008272"/>
      </a:accent3>
      <a:accent4>
        <a:srgbClr val="68217A"/>
      </a:accent4>
      <a:accent5>
        <a:srgbClr val="002050"/>
      </a:accent5>
      <a:accent6>
        <a:srgbClr val="442359"/>
      </a:accent6>
      <a:hlink>
        <a:srgbClr val="22112C"/>
      </a:hlink>
      <a:folHlink>
        <a:srgbClr val="34103D"/>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51B7DDCC-E639-4039-8EB9-CF4020A25295}"/>
    </a:ext>
  </a:extLst>
</a:theme>
</file>

<file path=ppt/theme/theme7.xml><?xml version="1.0" encoding="utf-8"?>
<a:theme xmlns:a="http://schemas.openxmlformats.org/drawingml/2006/main" name="Windows Azure">
  <a:themeElements>
    <a:clrScheme name="STB Template Blue">
      <a:dk1>
        <a:srgbClr val="505050"/>
      </a:dk1>
      <a:lt1>
        <a:srgbClr val="FFFFFF"/>
      </a:lt1>
      <a:dk2>
        <a:srgbClr val="0072C6"/>
      </a:dk2>
      <a:lt2>
        <a:srgbClr val="D2D2D2"/>
      </a:lt2>
      <a:accent1>
        <a:srgbClr val="0072C6"/>
      </a:accent1>
      <a:accent2>
        <a:srgbClr val="DC3C00"/>
      </a:accent2>
      <a:accent3>
        <a:srgbClr val="008272"/>
      </a:accent3>
      <a:accent4>
        <a:srgbClr val="68217A"/>
      </a:accent4>
      <a:accent5>
        <a:srgbClr val="002050"/>
      </a:accent5>
      <a:accent6>
        <a:srgbClr val="442359"/>
      </a:accent6>
      <a:hlink>
        <a:srgbClr val="002050"/>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5739722A-6731-46C8-BB8E-F4F2AFD803E9}"/>
    </a:ext>
  </a:extLst>
</a:theme>
</file>

<file path=ppt/theme/theme8.xml><?xml version="1.0" encoding="utf-8"?>
<a:theme xmlns:a="http://schemas.openxmlformats.org/drawingml/2006/main" name="Windows Server">
  <a:themeElements>
    <a:clrScheme name="Windows Server">
      <a:dk1>
        <a:srgbClr val="505050"/>
      </a:dk1>
      <a:lt1>
        <a:srgbClr val="FFFFFF"/>
      </a:lt1>
      <a:dk2>
        <a:srgbClr val="00188F"/>
      </a:dk2>
      <a:lt2>
        <a:srgbClr val="D2D2D2"/>
      </a:lt2>
      <a:accent1>
        <a:srgbClr val="0072C6"/>
      </a:accent1>
      <a:accent2>
        <a:srgbClr val="DC3C00"/>
      </a:accent2>
      <a:accent3>
        <a:srgbClr val="008272"/>
      </a:accent3>
      <a:accent4>
        <a:srgbClr val="68217A"/>
      </a:accent4>
      <a:accent5>
        <a:srgbClr val="002050"/>
      </a:accent5>
      <a:accent6>
        <a:srgbClr val="442359"/>
      </a:accent6>
      <a:hlink>
        <a:srgbClr val="F2F2F2"/>
      </a:hlink>
      <a:folHlink>
        <a:srgbClr val="F2F2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8DA195EE-1D94-42C0-BFF1-0DE4AAF76066}"/>
    </a:ext>
  </a:extLst>
</a:theme>
</file>

<file path=ppt/theme/theme9.xml><?xml version="1.0" encoding="utf-8"?>
<a:theme xmlns:a="http://schemas.openxmlformats.org/drawingml/2006/main" name="1_Windows Server">
  <a:themeElements>
    <a:clrScheme name="Custom 1">
      <a:dk1>
        <a:srgbClr val="505050"/>
      </a:dk1>
      <a:lt1>
        <a:srgbClr val="FFFFFF"/>
      </a:lt1>
      <a:dk2>
        <a:srgbClr val="BA141A"/>
      </a:dk2>
      <a:lt2>
        <a:srgbClr val="D2D2D2"/>
      </a:lt2>
      <a:accent1>
        <a:srgbClr val="0072C6"/>
      </a:accent1>
      <a:accent2>
        <a:srgbClr val="DC3C00"/>
      </a:accent2>
      <a:accent3>
        <a:srgbClr val="008272"/>
      </a:accent3>
      <a:accent4>
        <a:srgbClr val="68217A"/>
      </a:accent4>
      <a:accent5>
        <a:srgbClr val="002050"/>
      </a:accent5>
      <a:accent6>
        <a:srgbClr val="442359"/>
      </a:accent6>
      <a:hlink>
        <a:srgbClr val="0072C6"/>
      </a:hlink>
      <a:folHlink>
        <a:srgbClr val="F2F2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5FC80AC6-014F-43DA-AA47-AE26B0C097B8}"/>
    </a:ext>
  </a:extLst>
</a:theme>
</file>

<file path=ppt/theme/theme10.xml><?xml version="1.0" encoding="utf-8"?>
<a:theme xmlns:a="http://schemas.openxmlformats.org/drawingml/2006/main" name="Windows Intune">
  <a:themeElements>
    <a:clrScheme name="Windows Intune">
      <a:dk1>
        <a:srgbClr val="505050"/>
      </a:dk1>
      <a:lt1>
        <a:srgbClr val="FFFFFF"/>
      </a:lt1>
      <a:dk2>
        <a:srgbClr val="008272"/>
      </a:dk2>
      <a:lt2>
        <a:srgbClr val="D2D2D2"/>
      </a:lt2>
      <a:accent1>
        <a:srgbClr val="0072C6"/>
      </a:accent1>
      <a:accent2>
        <a:srgbClr val="DC3C00"/>
      </a:accent2>
      <a:accent3>
        <a:srgbClr val="008272"/>
      </a:accent3>
      <a:accent4>
        <a:srgbClr val="68217A"/>
      </a:accent4>
      <a:accent5>
        <a:srgbClr val="002050"/>
      </a:accent5>
      <a:accent6>
        <a:srgbClr val="442359"/>
      </a:accent6>
      <a:hlink>
        <a:srgbClr val="F2F2F2"/>
      </a:hlink>
      <a:folHlink>
        <a:srgbClr val="F2F2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7EB87D1B-C947-45A2-98AE-C4283D3B7F61}"/>
    </a:ext>
  </a:extLst>
</a:theme>
</file>

<file path=ppt/theme/theme11.xml><?xml version="1.0" encoding="utf-8"?>
<a:theme xmlns:a="http://schemas.openxmlformats.org/drawingml/2006/main" name="System Center">
  <a:themeElements>
    <a:clrScheme name="System Center">
      <a:dk1>
        <a:srgbClr val="505050"/>
      </a:dk1>
      <a:lt1>
        <a:srgbClr val="FFFFFF"/>
      </a:lt1>
      <a:dk2>
        <a:srgbClr val="002050"/>
      </a:dk2>
      <a:lt2>
        <a:srgbClr val="D2D2D2"/>
      </a:lt2>
      <a:accent1>
        <a:srgbClr val="0072C6"/>
      </a:accent1>
      <a:accent2>
        <a:srgbClr val="DC3C00"/>
      </a:accent2>
      <a:accent3>
        <a:srgbClr val="008272"/>
      </a:accent3>
      <a:accent4>
        <a:srgbClr val="68217A"/>
      </a:accent4>
      <a:accent5>
        <a:srgbClr val="002050"/>
      </a:accent5>
      <a:accent6>
        <a:srgbClr val="442359"/>
      </a:accent6>
      <a:hlink>
        <a:srgbClr val="F2F2F2"/>
      </a:hlink>
      <a:folHlink>
        <a:srgbClr val="F2F2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C3B11EF6-C027-4BA7-B6A2-190EEB857CD9}"/>
    </a:ext>
  </a:extLst>
</a:theme>
</file>

<file path=ppt/theme/theme12.xml><?xml version="1.0" encoding="utf-8"?>
<a:theme xmlns:a="http://schemas.openxmlformats.org/drawingml/2006/main" name="BizTalk Server">
  <a:themeElements>
    <a:clrScheme name="BizTalk Server">
      <a:dk1>
        <a:srgbClr val="505050"/>
      </a:dk1>
      <a:lt1>
        <a:srgbClr val="FFFFFF"/>
      </a:lt1>
      <a:dk2>
        <a:srgbClr val="4668C5"/>
      </a:dk2>
      <a:lt2>
        <a:srgbClr val="D2D2D2"/>
      </a:lt2>
      <a:accent1>
        <a:srgbClr val="0072C6"/>
      </a:accent1>
      <a:accent2>
        <a:srgbClr val="DC3C00"/>
      </a:accent2>
      <a:accent3>
        <a:srgbClr val="008272"/>
      </a:accent3>
      <a:accent4>
        <a:srgbClr val="68217A"/>
      </a:accent4>
      <a:accent5>
        <a:srgbClr val="002050"/>
      </a:accent5>
      <a:accent6>
        <a:srgbClr val="442359"/>
      </a:accent6>
      <a:hlink>
        <a:srgbClr val="F2F2F2"/>
      </a:hlink>
      <a:folHlink>
        <a:srgbClr val="F2F2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01A7AE01-E756-4437-94F0-606DE6D7553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482F2F24-BB41-4CDC-8A3D-AC4FBCC74BAC">Final</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2444E930790544B910A14D42937B820" ma:contentTypeVersion="" ma:contentTypeDescription="Create a new document." ma:contentTypeScope="" ma:versionID="55b44e9ff00ba114fb3b8a33467e91b3">
  <xsd:schema xmlns:xsd="http://www.w3.org/2001/XMLSchema" xmlns:xs="http://www.w3.org/2001/XMLSchema" xmlns:p="http://schemas.microsoft.com/office/2006/metadata/properties" xmlns:ns2="482F2F24-BB41-4CDC-8A3D-AC4FBCC74BAC" targetNamespace="http://schemas.microsoft.com/office/2006/metadata/properties" ma:root="true" ma:fieldsID="c9637ca68e91c1d162fb9936a0223a92" ns2:_="">
    <xsd:import namespace="482F2F24-BB41-4CDC-8A3D-AC4FBCC74BAC"/>
    <xsd:element name="properties">
      <xsd:complexType>
        <xsd:sequence>
          <xsd:element name="documentManagement">
            <xsd:complexType>
              <xsd:all>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2F2F24-BB41-4CDC-8A3D-AC4FBCC74BAC" elementFormDefault="qualified">
    <xsd:import namespace="http://schemas.microsoft.com/office/2006/documentManagement/types"/>
    <xsd:import namespace="http://schemas.microsoft.com/office/infopath/2007/PartnerControls"/>
    <xsd:element name="Status" ma:index="8" nillable="true" ma:displayName="Status" ma:default="Outline" ma:format="Dropdown" ma:internalName="Status">
      <xsd:simpleType>
        <xsd:restriction base="dms:Choice">
          <xsd:enumeration value="Outline"/>
          <xsd:enumeration value="Draft"/>
          <xsd:enumeration value="Pre-Final"/>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http://schemas.microsoft.com/office/2006/documentManagement/types"/>
    <ds:schemaRef ds:uri="http://purl.org/dc/elements/1.1/"/>
    <ds:schemaRef ds:uri="http://schemas.microsoft.com/office/2006/metadata/properties"/>
    <ds:schemaRef ds:uri="http://www.w3.org/XML/1998/namespace"/>
    <ds:schemaRef ds:uri="482F2F24-BB41-4CDC-8A3D-AC4FBCC74BAC"/>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8DBD8E89-9124-4430-A36C-299265B5B2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2F2F24-BB41-4CDC-8A3D-AC4FBCC74B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STB_Template_16-9_Sept2013_v12</Template>
  <TotalTime>2399</TotalTime>
  <Words>2736</Words>
  <Application>Microsoft Office PowerPoint</Application>
  <PresentationFormat>Custom</PresentationFormat>
  <Paragraphs>270</Paragraphs>
  <Slides>22</Slides>
  <Notes>17</Notes>
  <HiddenSlides>0</HiddenSlides>
  <MMClips>0</MMClips>
  <ScaleCrop>false</ScaleCrop>
  <HeadingPairs>
    <vt:vector size="6" baseType="variant">
      <vt:variant>
        <vt:lpstr>Fonts Used</vt:lpstr>
      </vt:variant>
      <vt:variant>
        <vt:i4>11</vt:i4>
      </vt:variant>
      <vt:variant>
        <vt:lpstr>Theme</vt:lpstr>
      </vt:variant>
      <vt:variant>
        <vt:i4>12</vt:i4>
      </vt:variant>
      <vt:variant>
        <vt:lpstr>Slide Titles</vt:lpstr>
      </vt:variant>
      <vt:variant>
        <vt:i4>22</vt:i4>
      </vt:variant>
    </vt:vector>
  </HeadingPairs>
  <TitlesOfParts>
    <vt:vector size="45" baseType="lpstr">
      <vt:lpstr>Wingdings 3</vt:lpstr>
      <vt:lpstr>Segoe UI Semibold</vt:lpstr>
      <vt:lpstr>MS PGothic</vt:lpstr>
      <vt:lpstr>Segoe Pro Light</vt:lpstr>
      <vt:lpstr>Segoe UI</vt:lpstr>
      <vt:lpstr>Consolas</vt:lpstr>
      <vt:lpstr>Segoe Pro</vt:lpstr>
      <vt:lpstr>Times New Roman</vt:lpstr>
      <vt:lpstr>Wingdings</vt:lpstr>
      <vt:lpstr>Segoe UI Light</vt:lpstr>
      <vt:lpstr>Arial</vt:lpstr>
      <vt:lpstr>Server and Cloud 2013</vt:lpstr>
      <vt:lpstr>Transform the Datacenter</vt:lpstr>
      <vt:lpstr>CloudOS</vt:lpstr>
      <vt:lpstr>Data Insights</vt:lpstr>
      <vt:lpstr>People-Centric IT</vt:lpstr>
      <vt:lpstr>Modern Apps</vt:lpstr>
      <vt:lpstr>Windows Azure</vt:lpstr>
      <vt:lpstr>Windows Server</vt:lpstr>
      <vt:lpstr>1_Windows Server</vt:lpstr>
      <vt:lpstr>Windows Intune</vt:lpstr>
      <vt:lpstr>System Center</vt:lpstr>
      <vt:lpstr>BizTalk Server</vt:lpstr>
      <vt:lpstr>PowerPoint Presentation</vt:lpstr>
      <vt:lpstr>Learning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Server 2016 PPE In-Memory Optimization OLTP Enhancements</dc:title>
  <dc:subject/>
  <dc:creator>Microsoft</dc:creator>
  <cp:keywords>Servers &amp; Tools Business</cp:keywords>
  <cp:lastModifiedBy>Jessica Tjhin Southworth</cp:lastModifiedBy>
  <cp:revision>250</cp:revision>
  <dcterms:created xsi:type="dcterms:W3CDTF">2013-10-14T18:44:32Z</dcterms:created>
  <dcterms:modified xsi:type="dcterms:W3CDTF">2015-12-27T03:51:53Z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0x010100B2444E930790544B910A14D42937B820</vt:lpwstr>
  </property>
  <property fmtid="{D5CDD505-2E9C-101B-9397-08002B2CF9AE}" pid="3" name="Product">
    <vt:lpwstr/>
  </property>
  <property fmtid="{D5CDD505-2E9C-101B-9397-08002B2CF9AE}" pid="4" name="Event1">
    <vt:lpwstr>217;#Unassigned|e51362f4-782c-41a8-bb7b-e0cfc8669933</vt:lpwstr>
  </property>
  <property fmtid="{D5CDD505-2E9C-101B-9397-08002B2CF9AE}" pid="5" name="Audience">
    <vt:lpwstr/>
  </property>
</Properties>
</file>