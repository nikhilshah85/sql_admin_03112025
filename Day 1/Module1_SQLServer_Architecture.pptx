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433" y="27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nikhilshah.in/" TargetMode="External"/><Relationship Id="rId1" Type="http://schemas.openxmlformats.org/officeDocument/2006/relationships/hyperlink" Target="mailto:Nikhilshah.net@hotmail.com" TargetMode="External"/></Relationships>
</file>

<file path=ppt/diagrams/_rels/drawing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nikhilshah.in/" TargetMode="External"/><Relationship Id="rId1" Type="http://schemas.openxmlformats.org/officeDocument/2006/relationships/hyperlink" Target="mailto:Nikhilshah.net@hotmail.com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861C96-245F-463A-938B-69CB7DE7EB1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67AC845-532A-4920-BC9D-61DECDC7A4E3}">
      <dgm:prSet/>
      <dgm:spPr/>
      <dgm:t>
        <a:bodyPr/>
        <a:lstStyle/>
        <a:p>
          <a:r>
            <a:rPr lang="en-US"/>
            <a:t>• SQL Server is a relational database management system (RDBMS) developed by Microsoft.</a:t>
          </a:r>
        </a:p>
      </dgm:t>
    </dgm:pt>
    <dgm:pt modelId="{2B04B5D3-EEE5-4463-83ED-B7EB8F512DBC}" type="parTrans" cxnId="{AA240B07-DF54-4A62-96EB-493FB01A0EC5}">
      <dgm:prSet/>
      <dgm:spPr/>
      <dgm:t>
        <a:bodyPr/>
        <a:lstStyle/>
        <a:p>
          <a:endParaRPr lang="en-US"/>
        </a:p>
      </dgm:t>
    </dgm:pt>
    <dgm:pt modelId="{EBA3A308-8095-458A-BA15-91D9E6C4E638}" type="sibTrans" cxnId="{AA240B07-DF54-4A62-96EB-493FB01A0EC5}">
      <dgm:prSet/>
      <dgm:spPr/>
      <dgm:t>
        <a:bodyPr/>
        <a:lstStyle/>
        <a:p>
          <a:endParaRPr lang="en-US"/>
        </a:p>
      </dgm:t>
    </dgm:pt>
    <dgm:pt modelId="{17831D5D-5861-407E-B7AE-244C179A7487}">
      <dgm:prSet/>
      <dgm:spPr/>
      <dgm:t>
        <a:bodyPr/>
        <a:lstStyle/>
        <a:p>
          <a:r>
            <a:rPr lang="en-US"/>
            <a:t>• Supports OLTP, OLAP, and hybrid workloads.</a:t>
          </a:r>
        </a:p>
      </dgm:t>
    </dgm:pt>
    <dgm:pt modelId="{642BECA1-6D44-49EE-85DE-4EFF241AF10D}" type="parTrans" cxnId="{FB7DFEFC-7F51-402B-A01B-004EEE5C5E7A}">
      <dgm:prSet/>
      <dgm:spPr/>
      <dgm:t>
        <a:bodyPr/>
        <a:lstStyle/>
        <a:p>
          <a:endParaRPr lang="en-US"/>
        </a:p>
      </dgm:t>
    </dgm:pt>
    <dgm:pt modelId="{D56DB3C8-CC18-401E-BAAF-258B40E2D40D}" type="sibTrans" cxnId="{FB7DFEFC-7F51-402B-A01B-004EEE5C5E7A}">
      <dgm:prSet/>
      <dgm:spPr/>
      <dgm:t>
        <a:bodyPr/>
        <a:lstStyle/>
        <a:p>
          <a:endParaRPr lang="en-US"/>
        </a:p>
      </dgm:t>
    </dgm:pt>
    <dgm:pt modelId="{A0A336B3-6543-47EF-A0C7-66891CD63277}">
      <dgm:prSet/>
      <dgm:spPr/>
      <dgm:t>
        <a:bodyPr/>
        <a:lstStyle/>
        <a:p>
          <a:r>
            <a:rPr lang="en-US"/>
            <a:t>• Core components include:</a:t>
          </a:r>
        </a:p>
      </dgm:t>
    </dgm:pt>
    <dgm:pt modelId="{0A70D20E-4A88-4CDE-872C-5F97D0D4F623}" type="parTrans" cxnId="{D38F863E-B97C-43F7-8397-2F40EDCB57F2}">
      <dgm:prSet/>
      <dgm:spPr/>
      <dgm:t>
        <a:bodyPr/>
        <a:lstStyle/>
        <a:p>
          <a:endParaRPr lang="en-US"/>
        </a:p>
      </dgm:t>
    </dgm:pt>
    <dgm:pt modelId="{7D6C9321-D0C8-4EB9-B4ED-CA20F655E53D}" type="sibTrans" cxnId="{D38F863E-B97C-43F7-8397-2F40EDCB57F2}">
      <dgm:prSet/>
      <dgm:spPr/>
      <dgm:t>
        <a:bodyPr/>
        <a:lstStyle/>
        <a:p>
          <a:endParaRPr lang="en-US"/>
        </a:p>
      </dgm:t>
    </dgm:pt>
    <dgm:pt modelId="{47199E6A-2574-4F90-B6DC-DF93562106C5}">
      <dgm:prSet/>
      <dgm:spPr/>
      <dgm:t>
        <a:bodyPr/>
        <a:lstStyle/>
        <a:p>
          <a:r>
            <a:rPr lang="en-US"/>
            <a:t>- Database Engine</a:t>
          </a:r>
        </a:p>
      </dgm:t>
    </dgm:pt>
    <dgm:pt modelId="{230D58F3-802F-48EE-9BAE-60B4E2E90888}" type="parTrans" cxnId="{5611B1E5-8E4D-41C9-86AA-0104405BF68C}">
      <dgm:prSet/>
      <dgm:spPr/>
      <dgm:t>
        <a:bodyPr/>
        <a:lstStyle/>
        <a:p>
          <a:endParaRPr lang="en-US"/>
        </a:p>
      </dgm:t>
    </dgm:pt>
    <dgm:pt modelId="{14E21B39-4104-4CCC-A22C-2411E037B8FE}" type="sibTrans" cxnId="{5611B1E5-8E4D-41C9-86AA-0104405BF68C}">
      <dgm:prSet/>
      <dgm:spPr/>
      <dgm:t>
        <a:bodyPr/>
        <a:lstStyle/>
        <a:p>
          <a:endParaRPr lang="en-US"/>
        </a:p>
      </dgm:t>
    </dgm:pt>
    <dgm:pt modelId="{46504AE5-21BE-403F-BF9F-570429F5F520}">
      <dgm:prSet/>
      <dgm:spPr/>
      <dgm:t>
        <a:bodyPr/>
        <a:lstStyle/>
        <a:p>
          <a:r>
            <a:rPr lang="en-US"/>
            <a:t>- SQL OS (Operating System layer)</a:t>
          </a:r>
        </a:p>
      </dgm:t>
    </dgm:pt>
    <dgm:pt modelId="{F3E93841-1531-43D2-8C0B-B8A35CBC24E5}" type="parTrans" cxnId="{87792A5C-C615-4534-B9E3-5764B44FF7D4}">
      <dgm:prSet/>
      <dgm:spPr/>
      <dgm:t>
        <a:bodyPr/>
        <a:lstStyle/>
        <a:p>
          <a:endParaRPr lang="en-US"/>
        </a:p>
      </dgm:t>
    </dgm:pt>
    <dgm:pt modelId="{2B2F68CC-D5EB-4429-993D-2B598C1448D0}" type="sibTrans" cxnId="{87792A5C-C615-4534-B9E3-5764B44FF7D4}">
      <dgm:prSet/>
      <dgm:spPr/>
      <dgm:t>
        <a:bodyPr/>
        <a:lstStyle/>
        <a:p>
          <a:endParaRPr lang="en-US"/>
        </a:p>
      </dgm:t>
    </dgm:pt>
    <dgm:pt modelId="{CE667F49-BA7A-4508-A675-4D1736C8815C}">
      <dgm:prSet/>
      <dgm:spPr/>
      <dgm:t>
        <a:bodyPr/>
        <a:lstStyle/>
        <a:p>
          <a:r>
            <a:rPr lang="en-US"/>
            <a:t>- Storage Engine</a:t>
          </a:r>
        </a:p>
      </dgm:t>
    </dgm:pt>
    <dgm:pt modelId="{B8F4E635-DC43-44A6-9FCE-C14E3BF3C77C}" type="parTrans" cxnId="{D2471AE2-2453-4CBF-8880-12A0481F85A9}">
      <dgm:prSet/>
      <dgm:spPr/>
      <dgm:t>
        <a:bodyPr/>
        <a:lstStyle/>
        <a:p>
          <a:endParaRPr lang="en-US"/>
        </a:p>
      </dgm:t>
    </dgm:pt>
    <dgm:pt modelId="{A87B14AD-55CA-4F16-A38F-74ACCA4B0AEF}" type="sibTrans" cxnId="{D2471AE2-2453-4CBF-8880-12A0481F85A9}">
      <dgm:prSet/>
      <dgm:spPr/>
      <dgm:t>
        <a:bodyPr/>
        <a:lstStyle/>
        <a:p>
          <a:endParaRPr lang="en-US"/>
        </a:p>
      </dgm:t>
    </dgm:pt>
    <dgm:pt modelId="{47735334-A2EF-4A56-B237-7CD6A31733D3}">
      <dgm:prSet/>
      <dgm:spPr/>
      <dgm:t>
        <a:bodyPr/>
        <a:lstStyle/>
        <a:p>
          <a:r>
            <a:rPr lang="en-US"/>
            <a:t>- Query Processor</a:t>
          </a:r>
        </a:p>
      </dgm:t>
    </dgm:pt>
    <dgm:pt modelId="{4B32289C-EBED-4E05-9D4B-E9F959D37433}" type="parTrans" cxnId="{9AEAD50B-0A61-4E11-A7AE-428E928D43C1}">
      <dgm:prSet/>
      <dgm:spPr/>
      <dgm:t>
        <a:bodyPr/>
        <a:lstStyle/>
        <a:p>
          <a:endParaRPr lang="en-US"/>
        </a:p>
      </dgm:t>
    </dgm:pt>
    <dgm:pt modelId="{8ABCD66B-1EEA-450D-9329-8918F985EFC5}" type="sibTrans" cxnId="{9AEAD50B-0A61-4E11-A7AE-428E928D43C1}">
      <dgm:prSet/>
      <dgm:spPr/>
      <dgm:t>
        <a:bodyPr/>
        <a:lstStyle/>
        <a:p>
          <a:endParaRPr lang="en-US"/>
        </a:p>
      </dgm:t>
    </dgm:pt>
    <dgm:pt modelId="{24BC59C6-3C47-45A6-AF96-33A52CED65D9}" type="pres">
      <dgm:prSet presAssocID="{26861C96-245F-463A-938B-69CB7DE7EB1C}" presName="linear" presStyleCnt="0">
        <dgm:presLayoutVars>
          <dgm:animLvl val="lvl"/>
          <dgm:resizeHandles val="exact"/>
        </dgm:presLayoutVars>
      </dgm:prSet>
      <dgm:spPr/>
    </dgm:pt>
    <dgm:pt modelId="{86BBCAF5-7E91-4129-B1DC-8C32CC4CA730}" type="pres">
      <dgm:prSet presAssocID="{E67AC845-532A-4920-BC9D-61DECDC7A4E3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9125F8DF-8D9C-4A70-83B1-2C9A061F0CA7}" type="pres">
      <dgm:prSet presAssocID="{EBA3A308-8095-458A-BA15-91D9E6C4E638}" presName="spacer" presStyleCnt="0"/>
      <dgm:spPr/>
    </dgm:pt>
    <dgm:pt modelId="{61B2A231-AEBC-4B85-AE14-CD89A930D50F}" type="pres">
      <dgm:prSet presAssocID="{17831D5D-5861-407E-B7AE-244C179A7487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ED89B5E2-B11C-4CCE-8A0C-AC147451189B}" type="pres">
      <dgm:prSet presAssocID="{D56DB3C8-CC18-401E-BAAF-258B40E2D40D}" presName="spacer" presStyleCnt="0"/>
      <dgm:spPr/>
    </dgm:pt>
    <dgm:pt modelId="{832945EC-C73B-4364-AA71-9BB52BE3C87F}" type="pres">
      <dgm:prSet presAssocID="{A0A336B3-6543-47EF-A0C7-66891CD63277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DDCF5250-6E10-4D35-84B3-8E598D7CF36C}" type="pres">
      <dgm:prSet presAssocID="{7D6C9321-D0C8-4EB9-B4ED-CA20F655E53D}" presName="spacer" presStyleCnt="0"/>
      <dgm:spPr/>
    </dgm:pt>
    <dgm:pt modelId="{EE4D6D46-5FD7-4A62-AB46-7B85AC00E8DA}" type="pres">
      <dgm:prSet presAssocID="{47199E6A-2574-4F90-B6DC-DF93562106C5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67CC0A70-1A79-4B61-B9D4-E3D746D76611}" type="pres">
      <dgm:prSet presAssocID="{14E21B39-4104-4CCC-A22C-2411E037B8FE}" presName="spacer" presStyleCnt="0"/>
      <dgm:spPr/>
    </dgm:pt>
    <dgm:pt modelId="{7483CF03-41A5-4C18-89EB-C622AE3AE59E}" type="pres">
      <dgm:prSet presAssocID="{46504AE5-21BE-403F-BF9F-570429F5F520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14D2D715-4DCE-4403-9FA1-0F2E91A4672E}" type="pres">
      <dgm:prSet presAssocID="{2B2F68CC-D5EB-4429-993D-2B598C1448D0}" presName="spacer" presStyleCnt="0"/>
      <dgm:spPr/>
    </dgm:pt>
    <dgm:pt modelId="{412095CF-9C59-4706-94AB-778A829C4A7D}" type="pres">
      <dgm:prSet presAssocID="{CE667F49-BA7A-4508-A675-4D1736C8815C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743C6D24-2D12-4FE2-8EFA-8D5F2969F251}" type="pres">
      <dgm:prSet presAssocID="{A87B14AD-55CA-4F16-A38F-74ACCA4B0AEF}" presName="spacer" presStyleCnt="0"/>
      <dgm:spPr/>
    </dgm:pt>
    <dgm:pt modelId="{52E0A0DD-69F8-4226-BCF2-200B0C5066CA}" type="pres">
      <dgm:prSet presAssocID="{47735334-A2EF-4A56-B237-7CD6A31733D3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AA240B07-DF54-4A62-96EB-493FB01A0EC5}" srcId="{26861C96-245F-463A-938B-69CB7DE7EB1C}" destId="{E67AC845-532A-4920-BC9D-61DECDC7A4E3}" srcOrd="0" destOrd="0" parTransId="{2B04B5D3-EEE5-4463-83ED-B7EB8F512DBC}" sibTransId="{EBA3A308-8095-458A-BA15-91D9E6C4E638}"/>
    <dgm:cxn modelId="{9AEAD50B-0A61-4E11-A7AE-428E928D43C1}" srcId="{26861C96-245F-463A-938B-69CB7DE7EB1C}" destId="{47735334-A2EF-4A56-B237-7CD6A31733D3}" srcOrd="6" destOrd="0" parTransId="{4B32289C-EBED-4E05-9D4B-E9F959D37433}" sibTransId="{8ABCD66B-1EEA-450D-9329-8918F985EFC5}"/>
    <dgm:cxn modelId="{0ED47E30-2E3C-4086-AE9E-21BC1A95E549}" type="presOf" srcId="{17831D5D-5861-407E-B7AE-244C179A7487}" destId="{61B2A231-AEBC-4B85-AE14-CD89A930D50F}" srcOrd="0" destOrd="0" presId="urn:microsoft.com/office/officeart/2005/8/layout/vList2"/>
    <dgm:cxn modelId="{D38F863E-B97C-43F7-8397-2F40EDCB57F2}" srcId="{26861C96-245F-463A-938B-69CB7DE7EB1C}" destId="{A0A336B3-6543-47EF-A0C7-66891CD63277}" srcOrd="2" destOrd="0" parTransId="{0A70D20E-4A88-4CDE-872C-5F97D0D4F623}" sibTransId="{7D6C9321-D0C8-4EB9-B4ED-CA20F655E53D}"/>
    <dgm:cxn modelId="{87792A5C-C615-4534-B9E3-5764B44FF7D4}" srcId="{26861C96-245F-463A-938B-69CB7DE7EB1C}" destId="{46504AE5-21BE-403F-BF9F-570429F5F520}" srcOrd="4" destOrd="0" parTransId="{F3E93841-1531-43D2-8C0B-B8A35CBC24E5}" sibTransId="{2B2F68CC-D5EB-4429-993D-2B598C1448D0}"/>
    <dgm:cxn modelId="{76BDE971-84BE-410E-839D-DB9B0712CFA6}" type="presOf" srcId="{A0A336B3-6543-47EF-A0C7-66891CD63277}" destId="{832945EC-C73B-4364-AA71-9BB52BE3C87F}" srcOrd="0" destOrd="0" presId="urn:microsoft.com/office/officeart/2005/8/layout/vList2"/>
    <dgm:cxn modelId="{1B997B56-7A51-4203-93FE-4901AD7DE878}" type="presOf" srcId="{E67AC845-532A-4920-BC9D-61DECDC7A4E3}" destId="{86BBCAF5-7E91-4129-B1DC-8C32CC4CA730}" srcOrd="0" destOrd="0" presId="urn:microsoft.com/office/officeart/2005/8/layout/vList2"/>
    <dgm:cxn modelId="{0525A477-27E4-436E-A07D-6048CFD5B237}" type="presOf" srcId="{CE667F49-BA7A-4508-A675-4D1736C8815C}" destId="{412095CF-9C59-4706-94AB-778A829C4A7D}" srcOrd="0" destOrd="0" presId="urn:microsoft.com/office/officeart/2005/8/layout/vList2"/>
    <dgm:cxn modelId="{1E6CB8D0-E2C7-4E04-ABB7-59595C6FBB68}" type="presOf" srcId="{47735334-A2EF-4A56-B237-7CD6A31733D3}" destId="{52E0A0DD-69F8-4226-BCF2-200B0C5066CA}" srcOrd="0" destOrd="0" presId="urn:microsoft.com/office/officeart/2005/8/layout/vList2"/>
    <dgm:cxn modelId="{3AB28BE1-6F8B-4C92-9471-A885E7E874EC}" type="presOf" srcId="{47199E6A-2574-4F90-B6DC-DF93562106C5}" destId="{EE4D6D46-5FD7-4A62-AB46-7B85AC00E8DA}" srcOrd="0" destOrd="0" presId="urn:microsoft.com/office/officeart/2005/8/layout/vList2"/>
    <dgm:cxn modelId="{D2471AE2-2453-4CBF-8880-12A0481F85A9}" srcId="{26861C96-245F-463A-938B-69CB7DE7EB1C}" destId="{CE667F49-BA7A-4508-A675-4D1736C8815C}" srcOrd="5" destOrd="0" parTransId="{B8F4E635-DC43-44A6-9FCE-C14E3BF3C77C}" sibTransId="{A87B14AD-55CA-4F16-A38F-74ACCA4B0AEF}"/>
    <dgm:cxn modelId="{5611B1E5-8E4D-41C9-86AA-0104405BF68C}" srcId="{26861C96-245F-463A-938B-69CB7DE7EB1C}" destId="{47199E6A-2574-4F90-B6DC-DF93562106C5}" srcOrd="3" destOrd="0" parTransId="{230D58F3-802F-48EE-9BAE-60B4E2E90888}" sibTransId="{14E21B39-4104-4CCC-A22C-2411E037B8FE}"/>
    <dgm:cxn modelId="{25E0F5EC-94BD-4FA4-8230-E5804D9892B3}" type="presOf" srcId="{46504AE5-21BE-403F-BF9F-570429F5F520}" destId="{7483CF03-41A5-4C18-89EB-C622AE3AE59E}" srcOrd="0" destOrd="0" presId="urn:microsoft.com/office/officeart/2005/8/layout/vList2"/>
    <dgm:cxn modelId="{EF1F78F8-A650-46F7-BBAD-E139BDA59C53}" type="presOf" srcId="{26861C96-245F-463A-938B-69CB7DE7EB1C}" destId="{24BC59C6-3C47-45A6-AF96-33A52CED65D9}" srcOrd="0" destOrd="0" presId="urn:microsoft.com/office/officeart/2005/8/layout/vList2"/>
    <dgm:cxn modelId="{FB7DFEFC-7F51-402B-A01B-004EEE5C5E7A}" srcId="{26861C96-245F-463A-938B-69CB7DE7EB1C}" destId="{17831D5D-5861-407E-B7AE-244C179A7487}" srcOrd="1" destOrd="0" parTransId="{642BECA1-6D44-49EE-85DE-4EFF241AF10D}" sibTransId="{D56DB3C8-CC18-401E-BAAF-258B40E2D40D}"/>
    <dgm:cxn modelId="{7698FE72-BF3C-48F1-AEDC-F4CF176A09C2}" type="presParOf" srcId="{24BC59C6-3C47-45A6-AF96-33A52CED65D9}" destId="{86BBCAF5-7E91-4129-B1DC-8C32CC4CA730}" srcOrd="0" destOrd="0" presId="urn:microsoft.com/office/officeart/2005/8/layout/vList2"/>
    <dgm:cxn modelId="{B8024053-FAF6-4C1C-94C2-01B94DD84631}" type="presParOf" srcId="{24BC59C6-3C47-45A6-AF96-33A52CED65D9}" destId="{9125F8DF-8D9C-4A70-83B1-2C9A061F0CA7}" srcOrd="1" destOrd="0" presId="urn:microsoft.com/office/officeart/2005/8/layout/vList2"/>
    <dgm:cxn modelId="{03DC632F-5D7B-431D-B6EB-43B4D8D2F310}" type="presParOf" srcId="{24BC59C6-3C47-45A6-AF96-33A52CED65D9}" destId="{61B2A231-AEBC-4B85-AE14-CD89A930D50F}" srcOrd="2" destOrd="0" presId="urn:microsoft.com/office/officeart/2005/8/layout/vList2"/>
    <dgm:cxn modelId="{DFA90C90-D7F2-411D-93B1-5E1D0CAC6225}" type="presParOf" srcId="{24BC59C6-3C47-45A6-AF96-33A52CED65D9}" destId="{ED89B5E2-B11C-4CCE-8A0C-AC147451189B}" srcOrd="3" destOrd="0" presId="urn:microsoft.com/office/officeart/2005/8/layout/vList2"/>
    <dgm:cxn modelId="{E104E1AF-877B-48F4-90ED-316A059EB7C9}" type="presParOf" srcId="{24BC59C6-3C47-45A6-AF96-33A52CED65D9}" destId="{832945EC-C73B-4364-AA71-9BB52BE3C87F}" srcOrd="4" destOrd="0" presId="urn:microsoft.com/office/officeart/2005/8/layout/vList2"/>
    <dgm:cxn modelId="{1E5F82CB-485D-4212-BBED-2BACD9525149}" type="presParOf" srcId="{24BC59C6-3C47-45A6-AF96-33A52CED65D9}" destId="{DDCF5250-6E10-4D35-84B3-8E598D7CF36C}" srcOrd="5" destOrd="0" presId="urn:microsoft.com/office/officeart/2005/8/layout/vList2"/>
    <dgm:cxn modelId="{F5697A25-8276-41CA-8142-0A5DADB3EA2D}" type="presParOf" srcId="{24BC59C6-3C47-45A6-AF96-33A52CED65D9}" destId="{EE4D6D46-5FD7-4A62-AB46-7B85AC00E8DA}" srcOrd="6" destOrd="0" presId="urn:microsoft.com/office/officeart/2005/8/layout/vList2"/>
    <dgm:cxn modelId="{7E969F6C-67C3-486C-BF49-32CCA9776081}" type="presParOf" srcId="{24BC59C6-3C47-45A6-AF96-33A52CED65D9}" destId="{67CC0A70-1A79-4B61-B9D4-E3D746D76611}" srcOrd="7" destOrd="0" presId="urn:microsoft.com/office/officeart/2005/8/layout/vList2"/>
    <dgm:cxn modelId="{67E5AB4F-2F67-4BB3-A2AE-76CF62D23777}" type="presParOf" srcId="{24BC59C6-3C47-45A6-AF96-33A52CED65D9}" destId="{7483CF03-41A5-4C18-89EB-C622AE3AE59E}" srcOrd="8" destOrd="0" presId="urn:microsoft.com/office/officeart/2005/8/layout/vList2"/>
    <dgm:cxn modelId="{3BC2375E-60C1-4AC8-A793-42BA00989B40}" type="presParOf" srcId="{24BC59C6-3C47-45A6-AF96-33A52CED65D9}" destId="{14D2D715-4DCE-4403-9FA1-0F2E91A4672E}" srcOrd="9" destOrd="0" presId="urn:microsoft.com/office/officeart/2005/8/layout/vList2"/>
    <dgm:cxn modelId="{DAC8BD5C-CFC9-40BD-B9A4-1848ECC08F6F}" type="presParOf" srcId="{24BC59C6-3C47-45A6-AF96-33A52CED65D9}" destId="{412095CF-9C59-4706-94AB-778A829C4A7D}" srcOrd="10" destOrd="0" presId="urn:microsoft.com/office/officeart/2005/8/layout/vList2"/>
    <dgm:cxn modelId="{95211816-EF43-40E3-A7E8-93D7EA3B0582}" type="presParOf" srcId="{24BC59C6-3C47-45A6-AF96-33A52CED65D9}" destId="{743C6D24-2D12-4FE2-8EFA-8D5F2969F251}" srcOrd="11" destOrd="0" presId="urn:microsoft.com/office/officeart/2005/8/layout/vList2"/>
    <dgm:cxn modelId="{222B04CD-7BC4-4EC7-AA09-606ABF4976C9}" type="presParOf" srcId="{24BC59C6-3C47-45A6-AF96-33A52CED65D9}" destId="{52E0A0DD-69F8-4226-BCF2-200B0C5066CA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192EA01-6C5F-4D89-9DDE-1D147AB93A3E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656390FD-C9A6-469D-915C-20922A227770}">
      <dgm:prSet/>
      <dgm:spPr/>
      <dgm:t>
        <a:bodyPr/>
        <a:lstStyle/>
        <a:p>
          <a:r>
            <a:rPr lang="en-US"/>
            <a:t>• A database is a collection of objects (tables, views, stored procedures, etc.).</a:t>
          </a:r>
        </a:p>
      </dgm:t>
    </dgm:pt>
    <dgm:pt modelId="{4FFC9513-0601-4317-AC82-B2CE83B8835B}" type="parTrans" cxnId="{91E09A69-9BE4-42E4-8B27-C89E5E202D55}">
      <dgm:prSet/>
      <dgm:spPr/>
      <dgm:t>
        <a:bodyPr/>
        <a:lstStyle/>
        <a:p>
          <a:endParaRPr lang="en-US"/>
        </a:p>
      </dgm:t>
    </dgm:pt>
    <dgm:pt modelId="{EE4A0DFE-F4E9-46BD-8FE8-88069387188B}" type="sibTrans" cxnId="{91E09A69-9BE4-42E4-8B27-C89E5E202D55}">
      <dgm:prSet/>
      <dgm:spPr/>
      <dgm:t>
        <a:bodyPr/>
        <a:lstStyle/>
        <a:p>
          <a:endParaRPr lang="en-US"/>
        </a:p>
      </dgm:t>
    </dgm:pt>
    <dgm:pt modelId="{2E20CD1F-FDBC-4F0B-A8D6-CE2F0F1F6D28}">
      <dgm:prSet/>
      <dgm:spPr/>
      <dgm:t>
        <a:bodyPr/>
        <a:lstStyle/>
        <a:p>
          <a:r>
            <a:rPr lang="en-US"/>
            <a:t>• Primary components:</a:t>
          </a:r>
        </a:p>
      </dgm:t>
    </dgm:pt>
    <dgm:pt modelId="{AE6C3162-5CCD-439F-9C7D-9C8A73033FDE}" type="parTrans" cxnId="{675EDA5B-AA0D-4E6A-BB47-0A3792175916}">
      <dgm:prSet/>
      <dgm:spPr/>
      <dgm:t>
        <a:bodyPr/>
        <a:lstStyle/>
        <a:p>
          <a:endParaRPr lang="en-US"/>
        </a:p>
      </dgm:t>
    </dgm:pt>
    <dgm:pt modelId="{F8E9CB5C-BB9C-4C6B-B708-EFC6284C2EB5}" type="sibTrans" cxnId="{675EDA5B-AA0D-4E6A-BB47-0A3792175916}">
      <dgm:prSet/>
      <dgm:spPr/>
      <dgm:t>
        <a:bodyPr/>
        <a:lstStyle/>
        <a:p>
          <a:endParaRPr lang="en-US"/>
        </a:p>
      </dgm:t>
    </dgm:pt>
    <dgm:pt modelId="{1FF558C6-1E19-47D4-8623-0A42BAFF483C}">
      <dgm:prSet/>
      <dgm:spPr/>
      <dgm:t>
        <a:bodyPr/>
        <a:lstStyle/>
        <a:p>
          <a:r>
            <a:rPr lang="en-US"/>
            <a:t>- Data Files (.mdf) – Main data storage.</a:t>
          </a:r>
        </a:p>
      </dgm:t>
    </dgm:pt>
    <dgm:pt modelId="{B28B3E97-5309-4343-8EEB-75E0F1D54739}" type="parTrans" cxnId="{9810DBDA-0B43-4D2F-9661-15042983805C}">
      <dgm:prSet/>
      <dgm:spPr/>
      <dgm:t>
        <a:bodyPr/>
        <a:lstStyle/>
        <a:p>
          <a:endParaRPr lang="en-US"/>
        </a:p>
      </dgm:t>
    </dgm:pt>
    <dgm:pt modelId="{390C7B2D-C9FC-4AC5-8902-9A44AF92781F}" type="sibTrans" cxnId="{9810DBDA-0B43-4D2F-9661-15042983805C}">
      <dgm:prSet/>
      <dgm:spPr/>
      <dgm:t>
        <a:bodyPr/>
        <a:lstStyle/>
        <a:p>
          <a:endParaRPr lang="en-US"/>
        </a:p>
      </dgm:t>
    </dgm:pt>
    <dgm:pt modelId="{DD308630-8321-46BA-B6DC-6927A92C1D0F}">
      <dgm:prSet/>
      <dgm:spPr/>
      <dgm:t>
        <a:bodyPr/>
        <a:lstStyle/>
        <a:p>
          <a:r>
            <a:rPr lang="en-US"/>
            <a:t>- Secondary Files (.ndf) – Optional for large databases.</a:t>
          </a:r>
        </a:p>
      </dgm:t>
    </dgm:pt>
    <dgm:pt modelId="{D2AA70C7-932B-486F-ACDF-27DF7BD52811}" type="parTrans" cxnId="{9832C5B8-E52B-4615-A1F5-E98FE9AA0320}">
      <dgm:prSet/>
      <dgm:spPr/>
      <dgm:t>
        <a:bodyPr/>
        <a:lstStyle/>
        <a:p>
          <a:endParaRPr lang="en-US"/>
        </a:p>
      </dgm:t>
    </dgm:pt>
    <dgm:pt modelId="{166107D3-1EA5-488F-9063-DB4560EDD33C}" type="sibTrans" cxnId="{9832C5B8-E52B-4615-A1F5-E98FE9AA0320}">
      <dgm:prSet/>
      <dgm:spPr/>
      <dgm:t>
        <a:bodyPr/>
        <a:lstStyle/>
        <a:p>
          <a:endParaRPr lang="en-US"/>
        </a:p>
      </dgm:t>
    </dgm:pt>
    <dgm:pt modelId="{13E50AE8-928D-4082-B033-956F5C8FB04B}">
      <dgm:prSet/>
      <dgm:spPr/>
      <dgm:t>
        <a:bodyPr/>
        <a:lstStyle/>
        <a:p>
          <a:r>
            <a:rPr lang="en-US"/>
            <a:t>- Transaction Log Files (.ldf) – Records all transactions.</a:t>
          </a:r>
        </a:p>
      </dgm:t>
    </dgm:pt>
    <dgm:pt modelId="{82D58FEB-1E8E-437F-8D39-46020EC3A26E}" type="parTrans" cxnId="{E9546EE8-19BF-4D3E-B181-90F1CE026BE3}">
      <dgm:prSet/>
      <dgm:spPr/>
      <dgm:t>
        <a:bodyPr/>
        <a:lstStyle/>
        <a:p>
          <a:endParaRPr lang="en-US"/>
        </a:p>
      </dgm:t>
    </dgm:pt>
    <dgm:pt modelId="{9932F09B-4141-4211-A6C2-1B64EDFFD5F3}" type="sibTrans" cxnId="{E9546EE8-19BF-4D3E-B181-90F1CE026BE3}">
      <dgm:prSet/>
      <dgm:spPr/>
      <dgm:t>
        <a:bodyPr/>
        <a:lstStyle/>
        <a:p>
          <a:endParaRPr lang="en-US"/>
        </a:p>
      </dgm:t>
    </dgm:pt>
    <dgm:pt modelId="{4292DF0C-0EE5-41DA-9806-6489B53B702F}">
      <dgm:prSet/>
      <dgm:spPr/>
      <dgm:t>
        <a:bodyPr/>
        <a:lstStyle/>
        <a:p>
          <a:r>
            <a:rPr lang="en-US"/>
            <a:t>• Filegroups: Logical grouping of files for efficient storage management.</a:t>
          </a:r>
        </a:p>
      </dgm:t>
    </dgm:pt>
    <dgm:pt modelId="{5CCC0E30-EC5E-4F48-935A-8B3885980CEC}" type="parTrans" cxnId="{112C3CE0-FDD3-4944-9DBE-F86489AE0039}">
      <dgm:prSet/>
      <dgm:spPr/>
      <dgm:t>
        <a:bodyPr/>
        <a:lstStyle/>
        <a:p>
          <a:endParaRPr lang="en-US"/>
        </a:p>
      </dgm:t>
    </dgm:pt>
    <dgm:pt modelId="{2D701C63-1A56-41EB-8B73-55F1DC0D823B}" type="sibTrans" cxnId="{112C3CE0-FDD3-4944-9DBE-F86489AE0039}">
      <dgm:prSet/>
      <dgm:spPr/>
      <dgm:t>
        <a:bodyPr/>
        <a:lstStyle/>
        <a:p>
          <a:endParaRPr lang="en-US"/>
        </a:p>
      </dgm:t>
    </dgm:pt>
    <dgm:pt modelId="{E6FE5159-1FCA-46E4-BB50-BC0B0E90DD58}">
      <dgm:prSet/>
      <dgm:spPr/>
      <dgm:t>
        <a:bodyPr/>
        <a:lstStyle/>
        <a:p>
          <a:r>
            <a:rPr lang="en-US"/>
            <a:t>• System Databases: Master, Model, MSDB, TempDB.</a:t>
          </a:r>
        </a:p>
      </dgm:t>
    </dgm:pt>
    <dgm:pt modelId="{093F1543-D6C3-4D74-A898-FA7FA181316D}" type="parTrans" cxnId="{D964E635-91A3-40DF-B12C-332A5F6F4801}">
      <dgm:prSet/>
      <dgm:spPr/>
      <dgm:t>
        <a:bodyPr/>
        <a:lstStyle/>
        <a:p>
          <a:endParaRPr lang="en-US"/>
        </a:p>
      </dgm:t>
    </dgm:pt>
    <dgm:pt modelId="{A3A3BF99-7AF3-4F24-BF12-7CEEE4AB824F}" type="sibTrans" cxnId="{D964E635-91A3-40DF-B12C-332A5F6F4801}">
      <dgm:prSet/>
      <dgm:spPr/>
      <dgm:t>
        <a:bodyPr/>
        <a:lstStyle/>
        <a:p>
          <a:endParaRPr lang="en-US"/>
        </a:p>
      </dgm:t>
    </dgm:pt>
    <dgm:pt modelId="{100D5FC8-9C7A-41CC-89A5-5AD32C5970E5}" type="pres">
      <dgm:prSet presAssocID="{0192EA01-6C5F-4D89-9DDE-1D147AB93A3E}" presName="vert0" presStyleCnt="0">
        <dgm:presLayoutVars>
          <dgm:dir/>
          <dgm:animOne val="branch"/>
          <dgm:animLvl val="lvl"/>
        </dgm:presLayoutVars>
      </dgm:prSet>
      <dgm:spPr/>
    </dgm:pt>
    <dgm:pt modelId="{8187B39B-5EF0-4CB4-A87B-ACFA4E676088}" type="pres">
      <dgm:prSet presAssocID="{656390FD-C9A6-469D-915C-20922A227770}" presName="thickLine" presStyleLbl="alignNode1" presStyleIdx="0" presStyleCnt="7"/>
      <dgm:spPr/>
    </dgm:pt>
    <dgm:pt modelId="{568C5BBC-5AB6-448F-A681-A3038895EEA3}" type="pres">
      <dgm:prSet presAssocID="{656390FD-C9A6-469D-915C-20922A227770}" presName="horz1" presStyleCnt="0"/>
      <dgm:spPr/>
    </dgm:pt>
    <dgm:pt modelId="{9892EF4B-4D01-4267-A3AA-5AFE6A2A3CE5}" type="pres">
      <dgm:prSet presAssocID="{656390FD-C9A6-469D-915C-20922A227770}" presName="tx1" presStyleLbl="revTx" presStyleIdx="0" presStyleCnt="7"/>
      <dgm:spPr/>
    </dgm:pt>
    <dgm:pt modelId="{E80B5CDE-D805-4A88-8709-AD1740636AB3}" type="pres">
      <dgm:prSet presAssocID="{656390FD-C9A6-469D-915C-20922A227770}" presName="vert1" presStyleCnt="0"/>
      <dgm:spPr/>
    </dgm:pt>
    <dgm:pt modelId="{F510F244-CF34-43D3-B5DB-B8D84D257F7A}" type="pres">
      <dgm:prSet presAssocID="{2E20CD1F-FDBC-4F0B-A8D6-CE2F0F1F6D28}" presName="thickLine" presStyleLbl="alignNode1" presStyleIdx="1" presStyleCnt="7"/>
      <dgm:spPr/>
    </dgm:pt>
    <dgm:pt modelId="{CCFA809A-B396-4C23-961A-19B01357A617}" type="pres">
      <dgm:prSet presAssocID="{2E20CD1F-FDBC-4F0B-A8D6-CE2F0F1F6D28}" presName="horz1" presStyleCnt="0"/>
      <dgm:spPr/>
    </dgm:pt>
    <dgm:pt modelId="{62592565-84F3-4391-8A7A-58649F67CE00}" type="pres">
      <dgm:prSet presAssocID="{2E20CD1F-FDBC-4F0B-A8D6-CE2F0F1F6D28}" presName="tx1" presStyleLbl="revTx" presStyleIdx="1" presStyleCnt="7"/>
      <dgm:spPr/>
    </dgm:pt>
    <dgm:pt modelId="{7B433A57-DC4E-4BD4-A991-92C7ED544F5D}" type="pres">
      <dgm:prSet presAssocID="{2E20CD1F-FDBC-4F0B-A8D6-CE2F0F1F6D28}" presName="vert1" presStyleCnt="0"/>
      <dgm:spPr/>
    </dgm:pt>
    <dgm:pt modelId="{1D624D33-BBEE-4734-B9F5-390621CE1389}" type="pres">
      <dgm:prSet presAssocID="{1FF558C6-1E19-47D4-8623-0A42BAFF483C}" presName="thickLine" presStyleLbl="alignNode1" presStyleIdx="2" presStyleCnt="7"/>
      <dgm:spPr/>
    </dgm:pt>
    <dgm:pt modelId="{1AB1A458-9F29-4FC2-A591-2F938CFC9901}" type="pres">
      <dgm:prSet presAssocID="{1FF558C6-1E19-47D4-8623-0A42BAFF483C}" presName="horz1" presStyleCnt="0"/>
      <dgm:spPr/>
    </dgm:pt>
    <dgm:pt modelId="{C14F99CA-D767-4EE2-B67D-E5ECC5F98D1A}" type="pres">
      <dgm:prSet presAssocID="{1FF558C6-1E19-47D4-8623-0A42BAFF483C}" presName="tx1" presStyleLbl="revTx" presStyleIdx="2" presStyleCnt="7"/>
      <dgm:spPr/>
    </dgm:pt>
    <dgm:pt modelId="{EC98AF97-A68F-4DB4-8BA1-1B4795F81910}" type="pres">
      <dgm:prSet presAssocID="{1FF558C6-1E19-47D4-8623-0A42BAFF483C}" presName="vert1" presStyleCnt="0"/>
      <dgm:spPr/>
    </dgm:pt>
    <dgm:pt modelId="{FA27A085-07D7-4268-846B-910BDD9DE083}" type="pres">
      <dgm:prSet presAssocID="{DD308630-8321-46BA-B6DC-6927A92C1D0F}" presName="thickLine" presStyleLbl="alignNode1" presStyleIdx="3" presStyleCnt="7"/>
      <dgm:spPr/>
    </dgm:pt>
    <dgm:pt modelId="{96CCCF05-C4D5-4D44-8D2E-7405194DBC2F}" type="pres">
      <dgm:prSet presAssocID="{DD308630-8321-46BA-B6DC-6927A92C1D0F}" presName="horz1" presStyleCnt="0"/>
      <dgm:spPr/>
    </dgm:pt>
    <dgm:pt modelId="{179CE03D-26FE-461C-93DA-65DBB8A8AC9A}" type="pres">
      <dgm:prSet presAssocID="{DD308630-8321-46BA-B6DC-6927A92C1D0F}" presName="tx1" presStyleLbl="revTx" presStyleIdx="3" presStyleCnt="7"/>
      <dgm:spPr/>
    </dgm:pt>
    <dgm:pt modelId="{67189E02-6AF5-458A-883B-1CEDDDE71093}" type="pres">
      <dgm:prSet presAssocID="{DD308630-8321-46BA-B6DC-6927A92C1D0F}" presName="vert1" presStyleCnt="0"/>
      <dgm:spPr/>
    </dgm:pt>
    <dgm:pt modelId="{1C20AC9B-FF56-4F88-AFA6-2350DC2D43C8}" type="pres">
      <dgm:prSet presAssocID="{13E50AE8-928D-4082-B033-956F5C8FB04B}" presName="thickLine" presStyleLbl="alignNode1" presStyleIdx="4" presStyleCnt="7"/>
      <dgm:spPr/>
    </dgm:pt>
    <dgm:pt modelId="{7593A7AF-C6AA-46B9-9CCA-3841A70FCD47}" type="pres">
      <dgm:prSet presAssocID="{13E50AE8-928D-4082-B033-956F5C8FB04B}" presName="horz1" presStyleCnt="0"/>
      <dgm:spPr/>
    </dgm:pt>
    <dgm:pt modelId="{C7FEA24F-F8F8-45D9-B6EB-B0BFC8CEB86C}" type="pres">
      <dgm:prSet presAssocID="{13E50AE8-928D-4082-B033-956F5C8FB04B}" presName="tx1" presStyleLbl="revTx" presStyleIdx="4" presStyleCnt="7"/>
      <dgm:spPr/>
    </dgm:pt>
    <dgm:pt modelId="{A9AD06D8-42D1-44B7-A4E2-507F35BE92DA}" type="pres">
      <dgm:prSet presAssocID="{13E50AE8-928D-4082-B033-956F5C8FB04B}" presName="vert1" presStyleCnt="0"/>
      <dgm:spPr/>
    </dgm:pt>
    <dgm:pt modelId="{92471E78-986F-4D06-8A1B-358A5DBF4CB8}" type="pres">
      <dgm:prSet presAssocID="{4292DF0C-0EE5-41DA-9806-6489B53B702F}" presName="thickLine" presStyleLbl="alignNode1" presStyleIdx="5" presStyleCnt="7"/>
      <dgm:spPr/>
    </dgm:pt>
    <dgm:pt modelId="{221574D3-93EE-4B62-B74B-EA2C2472AC1D}" type="pres">
      <dgm:prSet presAssocID="{4292DF0C-0EE5-41DA-9806-6489B53B702F}" presName="horz1" presStyleCnt="0"/>
      <dgm:spPr/>
    </dgm:pt>
    <dgm:pt modelId="{65DF8128-9ED4-44EB-B833-EC1B88D076BB}" type="pres">
      <dgm:prSet presAssocID="{4292DF0C-0EE5-41DA-9806-6489B53B702F}" presName="tx1" presStyleLbl="revTx" presStyleIdx="5" presStyleCnt="7"/>
      <dgm:spPr/>
    </dgm:pt>
    <dgm:pt modelId="{1F02E735-7AC1-4DE8-A871-5956E557C137}" type="pres">
      <dgm:prSet presAssocID="{4292DF0C-0EE5-41DA-9806-6489B53B702F}" presName="vert1" presStyleCnt="0"/>
      <dgm:spPr/>
    </dgm:pt>
    <dgm:pt modelId="{0B221114-5C07-4EA9-9081-11F28EC00A99}" type="pres">
      <dgm:prSet presAssocID="{E6FE5159-1FCA-46E4-BB50-BC0B0E90DD58}" presName="thickLine" presStyleLbl="alignNode1" presStyleIdx="6" presStyleCnt="7"/>
      <dgm:spPr/>
    </dgm:pt>
    <dgm:pt modelId="{0EB35E64-1675-4ED7-9461-4467944FC626}" type="pres">
      <dgm:prSet presAssocID="{E6FE5159-1FCA-46E4-BB50-BC0B0E90DD58}" presName="horz1" presStyleCnt="0"/>
      <dgm:spPr/>
    </dgm:pt>
    <dgm:pt modelId="{86CA11DB-2D3C-4AAE-B763-2693EE647F67}" type="pres">
      <dgm:prSet presAssocID="{E6FE5159-1FCA-46E4-BB50-BC0B0E90DD58}" presName="tx1" presStyleLbl="revTx" presStyleIdx="6" presStyleCnt="7"/>
      <dgm:spPr/>
    </dgm:pt>
    <dgm:pt modelId="{5F7C4CB6-8ABB-4EBD-A4E5-7D6007B6FB34}" type="pres">
      <dgm:prSet presAssocID="{E6FE5159-1FCA-46E4-BB50-BC0B0E90DD58}" presName="vert1" presStyleCnt="0"/>
      <dgm:spPr/>
    </dgm:pt>
  </dgm:ptLst>
  <dgm:cxnLst>
    <dgm:cxn modelId="{D63AD702-A27C-4CFA-A079-7702E50EEA3E}" type="presOf" srcId="{656390FD-C9A6-469D-915C-20922A227770}" destId="{9892EF4B-4D01-4267-A3AA-5AFE6A2A3CE5}" srcOrd="0" destOrd="0" presId="urn:microsoft.com/office/officeart/2008/layout/LinedList"/>
    <dgm:cxn modelId="{476E0F09-973D-4170-9787-41580DA01E82}" type="presOf" srcId="{E6FE5159-1FCA-46E4-BB50-BC0B0E90DD58}" destId="{86CA11DB-2D3C-4AAE-B763-2693EE647F67}" srcOrd="0" destOrd="0" presId="urn:microsoft.com/office/officeart/2008/layout/LinedList"/>
    <dgm:cxn modelId="{F3A8AC33-3DE5-4707-B58C-A551A1791F40}" type="presOf" srcId="{2E20CD1F-FDBC-4F0B-A8D6-CE2F0F1F6D28}" destId="{62592565-84F3-4391-8A7A-58649F67CE00}" srcOrd="0" destOrd="0" presId="urn:microsoft.com/office/officeart/2008/layout/LinedList"/>
    <dgm:cxn modelId="{D964E635-91A3-40DF-B12C-332A5F6F4801}" srcId="{0192EA01-6C5F-4D89-9DDE-1D147AB93A3E}" destId="{E6FE5159-1FCA-46E4-BB50-BC0B0E90DD58}" srcOrd="6" destOrd="0" parTransId="{093F1543-D6C3-4D74-A898-FA7FA181316D}" sibTransId="{A3A3BF99-7AF3-4F24-BF12-7CEEE4AB824F}"/>
    <dgm:cxn modelId="{E2E57B36-B0A0-45E7-8FF9-EC23981A85E3}" type="presOf" srcId="{13E50AE8-928D-4082-B033-956F5C8FB04B}" destId="{C7FEA24F-F8F8-45D9-B6EB-B0BFC8CEB86C}" srcOrd="0" destOrd="0" presId="urn:microsoft.com/office/officeart/2008/layout/LinedList"/>
    <dgm:cxn modelId="{5A0E3F3A-272B-4C97-B55E-B2CE57848A5A}" type="presOf" srcId="{DD308630-8321-46BA-B6DC-6927A92C1D0F}" destId="{179CE03D-26FE-461C-93DA-65DBB8A8AC9A}" srcOrd="0" destOrd="0" presId="urn:microsoft.com/office/officeart/2008/layout/LinedList"/>
    <dgm:cxn modelId="{675EDA5B-AA0D-4E6A-BB47-0A3792175916}" srcId="{0192EA01-6C5F-4D89-9DDE-1D147AB93A3E}" destId="{2E20CD1F-FDBC-4F0B-A8D6-CE2F0F1F6D28}" srcOrd="1" destOrd="0" parTransId="{AE6C3162-5CCD-439F-9C7D-9C8A73033FDE}" sibTransId="{F8E9CB5C-BB9C-4C6B-B708-EFC6284C2EB5}"/>
    <dgm:cxn modelId="{91E09A69-9BE4-42E4-8B27-C89E5E202D55}" srcId="{0192EA01-6C5F-4D89-9DDE-1D147AB93A3E}" destId="{656390FD-C9A6-469D-915C-20922A227770}" srcOrd="0" destOrd="0" parTransId="{4FFC9513-0601-4317-AC82-B2CE83B8835B}" sibTransId="{EE4A0DFE-F4E9-46BD-8FE8-88069387188B}"/>
    <dgm:cxn modelId="{70658C4C-48C4-4F67-BC3E-D64F134A0B85}" type="presOf" srcId="{1FF558C6-1E19-47D4-8623-0A42BAFF483C}" destId="{C14F99CA-D767-4EE2-B67D-E5ECC5F98D1A}" srcOrd="0" destOrd="0" presId="urn:microsoft.com/office/officeart/2008/layout/LinedList"/>
    <dgm:cxn modelId="{CE2D0B6F-FC8B-4433-A667-A29D51B4D392}" type="presOf" srcId="{4292DF0C-0EE5-41DA-9806-6489B53B702F}" destId="{65DF8128-9ED4-44EB-B833-EC1B88D076BB}" srcOrd="0" destOrd="0" presId="urn:microsoft.com/office/officeart/2008/layout/LinedList"/>
    <dgm:cxn modelId="{31089282-AF3E-4E13-80A2-714C3C96E962}" type="presOf" srcId="{0192EA01-6C5F-4D89-9DDE-1D147AB93A3E}" destId="{100D5FC8-9C7A-41CC-89A5-5AD32C5970E5}" srcOrd="0" destOrd="0" presId="urn:microsoft.com/office/officeart/2008/layout/LinedList"/>
    <dgm:cxn modelId="{9832C5B8-E52B-4615-A1F5-E98FE9AA0320}" srcId="{0192EA01-6C5F-4D89-9DDE-1D147AB93A3E}" destId="{DD308630-8321-46BA-B6DC-6927A92C1D0F}" srcOrd="3" destOrd="0" parTransId="{D2AA70C7-932B-486F-ACDF-27DF7BD52811}" sibTransId="{166107D3-1EA5-488F-9063-DB4560EDD33C}"/>
    <dgm:cxn modelId="{9810DBDA-0B43-4D2F-9661-15042983805C}" srcId="{0192EA01-6C5F-4D89-9DDE-1D147AB93A3E}" destId="{1FF558C6-1E19-47D4-8623-0A42BAFF483C}" srcOrd="2" destOrd="0" parTransId="{B28B3E97-5309-4343-8EEB-75E0F1D54739}" sibTransId="{390C7B2D-C9FC-4AC5-8902-9A44AF92781F}"/>
    <dgm:cxn modelId="{112C3CE0-FDD3-4944-9DBE-F86489AE0039}" srcId="{0192EA01-6C5F-4D89-9DDE-1D147AB93A3E}" destId="{4292DF0C-0EE5-41DA-9806-6489B53B702F}" srcOrd="5" destOrd="0" parTransId="{5CCC0E30-EC5E-4F48-935A-8B3885980CEC}" sibTransId="{2D701C63-1A56-41EB-8B73-55F1DC0D823B}"/>
    <dgm:cxn modelId="{E9546EE8-19BF-4D3E-B181-90F1CE026BE3}" srcId="{0192EA01-6C5F-4D89-9DDE-1D147AB93A3E}" destId="{13E50AE8-928D-4082-B033-956F5C8FB04B}" srcOrd="4" destOrd="0" parTransId="{82D58FEB-1E8E-437F-8D39-46020EC3A26E}" sibTransId="{9932F09B-4141-4211-A6C2-1B64EDFFD5F3}"/>
    <dgm:cxn modelId="{AE192B85-8B77-4077-8208-24DB403BF1F9}" type="presParOf" srcId="{100D5FC8-9C7A-41CC-89A5-5AD32C5970E5}" destId="{8187B39B-5EF0-4CB4-A87B-ACFA4E676088}" srcOrd="0" destOrd="0" presId="urn:microsoft.com/office/officeart/2008/layout/LinedList"/>
    <dgm:cxn modelId="{58397506-731F-4005-A6D1-5060EA66487F}" type="presParOf" srcId="{100D5FC8-9C7A-41CC-89A5-5AD32C5970E5}" destId="{568C5BBC-5AB6-448F-A681-A3038895EEA3}" srcOrd="1" destOrd="0" presId="urn:microsoft.com/office/officeart/2008/layout/LinedList"/>
    <dgm:cxn modelId="{45A4D39F-28AE-47A1-988C-E60FE224312D}" type="presParOf" srcId="{568C5BBC-5AB6-448F-A681-A3038895EEA3}" destId="{9892EF4B-4D01-4267-A3AA-5AFE6A2A3CE5}" srcOrd="0" destOrd="0" presId="urn:microsoft.com/office/officeart/2008/layout/LinedList"/>
    <dgm:cxn modelId="{CB30B0E4-865A-4C18-97EA-2E07FA505852}" type="presParOf" srcId="{568C5BBC-5AB6-448F-A681-A3038895EEA3}" destId="{E80B5CDE-D805-4A88-8709-AD1740636AB3}" srcOrd="1" destOrd="0" presId="urn:microsoft.com/office/officeart/2008/layout/LinedList"/>
    <dgm:cxn modelId="{BE58B468-F66E-4741-9951-E61669266F66}" type="presParOf" srcId="{100D5FC8-9C7A-41CC-89A5-5AD32C5970E5}" destId="{F510F244-CF34-43D3-B5DB-B8D84D257F7A}" srcOrd="2" destOrd="0" presId="urn:microsoft.com/office/officeart/2008/layout/LinedList"/>
    <dgm:cxn modelId="{97F419B6-B70B-4569-A0E2-8A4879937F4F}" type="presParOf" srcId="{100D5FC8-9C7A-41CC-89A5-5AD32C5970E5}" destId="{CCFA809A-B396-4C23-961A-19B01357A617}" srcOrd="3" destOrd="0" presId="urn:microsoft.com/office/officeart/2008/layout/LinedList"/>
    <dgm:cxn modelId="{A2D263B9-5C3C-4265-8464-4330C2698441}" type="presParOf" srcId="{CCFA809A-B396-4C23-961A-19B01357A617}" destId="{62592565-84F3-4391-8A7A-58649F67CE00}" srcOrd="0" destOrd="0" presId="urn:microsoft.com/office/officeart/2008/layout/LinedList"/>
    <dgm:cxn modelId="{9A02271C-25DB-42E4-ABE4-554716BC1608}" type="presParOf" srcId="{CCFA809A-B396-4C23-961A-19B01357A617}" destId="{7B433A57-DC4E-4BD4-A991-92C7ED544F5D}" srcOrd="1" destOrd="0" presId="urn:microsoft.com/office/officeart/2008/layout/LinedList"/>
    <dgm:cxn modelId="{7F1A9C98-BAE8-4DAB-B412-789C41C5ACD1}" type="presParOf" srcId="{100D5FC8-9C7A-41CC-89A5-5AD32C5970E5}" destId="{1D624D33-BBEE-4734-B9F5-390621CE1389}" srcOrd="4" destOrd="0" presId="urn:microsoft.com/office/officeart/2008/layout/LinedList"/>
    <dgm:cxn modelId="{916741AC-3E05-4A5F-95E2-C9730036A192}" type="presParOf" srcId="{100D5FC8-9C7A-41CC-89A5-5AD32C5970E5}" destId="{1AB1A458-9F29-4FC2-A591-2F938CFC9901}" srcOrd="5" destOrd="0" presId="urn:microsoft.com/office/officeart/2008/layout/LinedList"/>
    <dgm:cxn modelId="{7F632E03-768E-4C69-A4DE-44E27DC90148}" type="presParOf" srcId="{1AB1A458-9F29-4FC2-A591-2F938CFC9901}" destId="{C14F99CA-D767-4EE2-B67D-E5ECC5F98D1A}" srcOrd="0" destOrd="0" presId="urn:microsoft.com/office/officeart/2008/layout/LinedList"/>
    <dgm:cxn modelId="{4EB112A5-052C-48A4-8DB4-B2BE5330BB56}" type="presParOf" srcId="{1AB1A458-9F29-4FC2-A591-2F938CFC9901}" destId="{EC98AF97-A68F-4DB4-8BA1-1B4795F81910}" srcOrd="1" destOrd="0" presId="urn:microsoft.com/office/officeart/2008/layout/LinedList"/>
    <dgm:cxn modelId="{A456BC56-F247-4F33-A05C-7A73949F15E5}" type="presParOf" srcId="{100D5FC8-9C7A-41CC-89A5-5AD32C5970E5}" destId="{FA27A085-07D7-4268-846B-910BDD9DE083}" srcOrd="6" destOrd="0" presId="urn:microsoft.com/office/officeart/2008/layout/LinedList"/>
    <dgm:cxn modelId="{2A3D3C77-B728-43FA-87AE-85B3B642693C}" type="presParOf" srcId="{100D5FC8-9C7A-41CC-89A5-5AD32C5970E5}" destId="{96CCCF05-C4D5-4D44-8D2E-7405194DBC2F}" srcOrd="7" destOrd="0" presId="urn:microsoft.com/office/officeart/2008/layout/LinedList"/>
    <dgm:cxn modelId="{2A3A5222-A040-4A91-A0FE-51022C6A2863}" type="presParOf" srcId="{96CCCF05-C4D5-4D44-8D2E-7405194DBC2F}" destId="{179CE03D-26FE-461C-93DA-65DBB8A8AC9A}" srcOrd="0" destOrd="0" presId="urn:microsoft.com/office/officeart/2008/layout/LinedList"/>
    <dgm:cxn modelId="{43FBDCAC-DF66-4059-B97D-71A0DF2A3EC2}" type="presParOf" srcId="{96CCCF05-C4D5-4D44-8D2E-7405194DBC2F}" destId="{67189E02-6AF5-458A-883B-1CEDDDE71093}" srcOrd="1" destOrd="0" presId="urn:microsoft.com/office/officeart/2008/layout/LinedList"/>
    <dgm:cxn modelId="{CEC575BF-52E5-46C6-88F4-F8317F011FF1}" type="presParOf" srcId="{100D5FC8-9C7A-41CC-89A5-5AD32C5970E5}" destId="{1C20AC9B-FF56-4F88-AFA6-2350DC2D43C8}" srcOrd="8" destOrd="0" presId="urn:microsoft.com/office/officeart/2008/layout/LinedList"/>
    <dgm:cxn modelId="{109766D3-78DA-4D1C-BB53-D976B6042E03}" type="presParOf" srcId="{100D5FC8-9C7A-41CC-89A5-5AD32C5970E5}" destId="{7593A7AF-C6AA-46B9-9CCA-3841A70FCD47}" srcOrd="9" destOrd="0" presId="urn:microsoft.com/office/officeart/2008/layout/LinedList"/>
    <dgm:cxn modelId="{B71F05E3-6C43-4133-B7B0-70B4C5B69030}" type="presParOf" srcId="{7593A7AF-C6AA-46B9-9CCA-3841A70FCD47}" destId="{C7FEA24F-F8F8-45D9-B6EB-B0BFC8CEB86C}" srcOrd="0" destOrd="0" presId="urn:microsoft.com/office/officeart/2008/layout/LinedList"/>
    <dgm:cxn modelId="{B90BE517-1B23-4264-852F-1E8A0A80B40A}" type="presParOf" srcId="{7593A7AF-C6AA-46B9-9CCA-3841A70FCD47}" destId="{A9AD06D8-42D1-44B7-A4E2-507F35BE92DA}" srcOrd="1" destOrd="0" presId="urn:microsoft.com/office/officeart/2008/layout/LinedList"/>
    <dgm:cxn modelId="{3AB8834A-3FCA-40AD-B653-36E703F06E50}" type="presParOf" srcId="{100D5FC8-9C7A-41CC-89A5-5AD32C5970E5}" destId="{92471E78-986F-4D06-8A1B-358A5DBF4CB8}" srcOrd="10" destOrd="0" presId="urn:microsoft.com/office/officeart/2008/layout/LinedList"/>
    <dgm:cxn modelId="{021B4D8B-3D08-4D89-AED8-D2E61620BF46}" type="presParOf" srcId="{100D5FC8-9C7A-41CC-89A5-5AD32C5970E5}" destId="{221574D3-93EE-4B62-B74B-EA2C2472AC1D}" srcOrd="11" destOrd="0" presId="urn:microsoft.com/office/officeart/2008/layout/LinedList"/>
    <dgm:cxn modelId="{9AD9392B-709C-4A68-B5A8-84E53D7ED37C}" type="presParOf" srcId="{221574D3-93EE-4B62-B74B-EA2C2472AC1D}" destId="{65DF8128-9ED4-44EB-B833-EC1B88D076BB}" srcOrd="0" destOrd="0" presId="urn:microsoft.com/office/officeart/2008/layout/LinedList"/>
    <dgm:cxn modelId="{03A050BF-EDA6-4AAB-9C9C-CE50A9F0DF57}" type="presParOf" srcId="{221574D3-93EE-4B62-B74B-EA2C2472AC1D}" destId="{1F02E735-7AC1-4DE8-A871-5956E557C137}" srcOrd="1" destOrd="0" presId="urn:microsoft.com/office/officeart/2008/layout/LinedList"/>
    <dgm:cxn modelId="{3319DD2E-F1E5-4DA4-9BE2-C9302078E093}" type="presParOf" srcId="{100D5FC8-9C7A-41CC-89A5-5AD32C5970E5}" destId="{0B221114-5C07-4EA9-9081-11F28EC00A99}" srcOrd="12" destOrd="0" presId="urn:microsoft.com/office/officeart/2008/layout/LinedList"/>
    <dgm:cxn modelId="{9623DE91-0AEC-44BA-98AC-162275324506}" type="presParOf" srcId="{100D5FC8-9C7A-41CC-89A5-5AD32C5970E5}" destId="{0EB35E64-1675-4ED7-9461-4467944FC626}" srcOrd="13" destOrd="0" presId="urn:microsoft.com/office/officeart/2008/layout/LinedList"/>
    <dgm:cxn modelId="{2A00E9BA-9333-4EB9-98DE-AAC9CD569957}" type="presParOf" srcId="{0EB35E64-1675-4ED7-9461-4467944FC626}" destId="{86CA11DB-2D3C-4AAE-B763-2693EE647F67}" srcOrd="0" destOrd="0" presId="urn:microsoft.com/office/officeart/2008/layout/LinedList"/>
    <dgm:cxn modelId="{6B3427BC-45D0-4E61-9383-CD077BE97FCA}" type="presParOf" srcId="{0EB35E64-1675-4ED7-9461-4467944FC626}" destId="{5F7C4CB6-8ABB-4EBD-A4E5-7D6007B6FB3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7BE0BF5-4C58-4749-8D34-8509B3456FD5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A551538-C03D-4013-960B-ACDA13BB6557}">
      <dgm:prSet/>
      <dgm:spPr/>
      <dgm:t>
        <a:bodyPr/>
        <a:lstStyle/>
        <a:p>
          <a:r>
            <a:rPr lang="en-US"/>
            <a:t>• Transaction log ensures ACID compliance.</a:t>
          </a:r>
        </a:p>
      </dgm:t>
    </dgm:pt>
    <dgm:pt modelId="{89376F9B-D9BB-4461-958C-00AD7C05AE3B}" type="parTrans" cxnId="{4F8D35BA-DBDE-4E80-AFC0-B8FD5BA7EA41}">
      <dgm:prSet/>
      <dgm:spPr/>
      <dgm:t>
        <a:bodyPr/>
        <a:lstStyle/>
        <a:p>
          <a:endParaRPr lang="en-US"/>
        </a:p>
      </dgm:t>
    </dgm:pt>
    <dgm:pt modelId="{06FBA969-F1EC-4E71-8B2F-9DD5EC9EDBF1}" type="sibTrans" cxnId="{4F8D35BA-DBDE-4E80-AFC0-B8FD5BA7EA41}">
      <dgm:prSet/>
      <dgm:spPr/>
      <dgm:t>
        <a:bodyPr/>
        <a:lstStyle/>
        <a:p>
          <a:endParaRPr lang="en-US"/>
        </a:p>
      </dgm:t>
    </dgm:pt>
    <dgm:pt modelId="{3BFDCE73-E4BD-4C8F-AAE5-517EB7F8FE04}">
      <dgm:prSet/>
      <dgm:spPr/>
      <dgm:t>
        <a:bodyPr/>
        <a:lstStyle/>
        <a:p>
          <a:r>
            <a:rPr lang="en-US"/>
            <a:t>• Every database has at least one .ldf file.</a:t>
          </a:r>
        </a:p>
      </dgm:t>
    </dgm:pt>
    <dgm:pt modelId="{AD12B33A-2427-4267-9009-F2DB8F532E21}" type="parTrans" cxnId="{69121B91-0586-4644-8113-08A74E15201C}">
      <dgm:prSet/>
      <dgm:spPr/>
      <dgm:t>
        <a:bodyPr/>
        <a:lstStyle/>
        <a:p>
          <a:endParaRPr lang="en-US"/>
        </a:p>
      </dgm:t>
    </dgm:pt>
    <dgm:pt modelId="{C52BC0DA-FCD8-4918-B7FE-4711B57651B6}" type="sibTrans" cxnId="{69121B91-0586-4644-8113-08A74E15201C}">
      <dgm:prSet/>
      <dgm:spPr/>
      <dgm:t>
        <a:bodyPr/>
        <a:lstStyle/>
        <a:p>
          <a:endParaRPr lang="en-US"/>
        </a:p>
      </dgm:t>
    </dgm:pt>
    <dgm:pt modelId="{FF55CBDE-5981-456F-98FD-381518B21F6F}">
      <dgm:prSet/>
      <dgm:spPr/>
      <dgm:t>
        <a:bodyPr/>
        <a:lstStyle/>
        <a:p>
          <a:r>
            <a:rPr lang="en-US"/>
            <a:t>• Functions:</a:t>
          </a:r>
        </a:p>
      </dgm:t>
    </dgm:pt>
    <dgm:pt modelId="{FB5B75C7-092E-4D7A-A710-1EDB0434BF1A}" type="parTrans" cxnId="{0636E1F1-62B5-4391-876A-D6A17736BDF4}">
      <dgm:prSet/>
      <dgm:spPr/>
      <dgm:t>
        <a:bodyPr/>
        <a:lstStyle/>
        <a:p>
          <a:endParaRPr lang="en-US"/>
        </a:p>
      </dgm:t>
    </dgm:pt>
    <dgm:pt modelId="{413EA1EE-E498-4100-A8E0-3E8C3CF29B41}" type="sibTrans" cxnId="{0636E1F1-62B5-4391-876A-D6A17736BDF4}">
      <dgm:prSet/>
      <dgm:spPr/>
      <dgm:t>
        <a:bodyPr/>
        <a:lstStyle/>
        <a:p>
          <a:endParaRPr lang="en-US"/>
        </a:p>
      </dgm:t>
    </dgm:pt>
    <dgm:pt modelId="{CD3DE4E8-E21F-44C1-AF3C-12BE58D2ACCD}">
      <dgm:prSet/>
      <dgm:spPr/>
      <dgm:t>
        <a:bodyPr/>
        <a:lstStyle/>
        <a:p>
          <a:r>
            <a:rPr lang="en-US"/>
            <a:t>- Records all transactions sequentially.</a:t>
          </a:r>
        </a:p>
      </dgm:t>
    </dgm:pt>
    <dgm:pt modelId="{FDE68A51-71D2-4D63-8888-9AAC4AAC4019}" type="parTrans" cxnId="{7B2C742D-7024-4986-8CD5-ECFB7F2383A3}">
      <dgm:prSet/>
      <dgm:spPr/>
      <dgm:t>
        <a:bodyPr/>
        <a:lstStyle/>
        <a:p>
          <a:endParaRPr lang="en-US"/>
        </a:p>
      </dgm:t>
    </dgm:pt>
    <dgm:pt modelId="{91638C24-B3DC-41A9-9EAC-539F2636AD03}" type="sibTrans" cxnId="{7B2C742D-7024-4986-8CD5-ECFB7F2383A3}">
      <dgm:prSet/>
      <dgm:spPr/>
      <dgm:t>
        <a:bodyPr/>
        <a:lstStyle/>
        <a:p>
          <a:endParaRPr lang="en-US"/>
        </a:p>
      </dgm:t>
    </dgm:pt>
    <dgm:pt modelId="{85320547-4DA1-4A75-B19D-9E45F8CC975F}">
      <dgm:prSet/>
      <dgm:spPr/>
      <dgm:t>
        <a:bodyPr/>
        <a:lstStyle/>
        <a:p>
          <a:r>
            <a:rPr lang="en-US"/>
            <a:t>- Supports rollback and recovery.</a:t>
          </a:r>
        </a:p>
      </dgm:t>
    </dgm:pt>
    <dgm:pt modelId="{D03B3076-1988-4927-A686-E336FB72892C}" type="parTrans" cxnId="{AD4C8AFC-18D7-478B-9EF3-4E128A9BA4B4}">
      <dgm:prSet/>
      <dgm:spPr/>
      <dgm:t>
        <a:bodyPr/>
        <a:lstStyle/>
        <a:p>
          <a:endParaRPr lang="en-US"/>
        </a:p>
      </dgm:t>
    </dgm:pt>
    <dgm:pt modelId="{3814E56F-17E5-4E05-9FF0-DC7E2F70D594}" type="sibTrans" cxnId="{AD4C8AFC-18D7-478B-9EF3-4E128A9BA4B4}">
      <dgm:prSet/>
      <dgm:spPr/>
      <dgm:t>
        <a:bodyPr/>
        <a:lstStyle/>
        <a:p>
          <a:endParaRPr lang="en-US"/>
        </a:p>
      </dgm:t>
    </dgm:pt>
    <dgm:pt modelId="{308D99D0-D181-4FED-BA15-51BF6D2357CB}">
      <dgm:prSet/>
      <dgm:spPr/>
      <dgm:t>
        <a:bodyPr/>
        <a:lstStyle/>
        <a:p>
          <a:r>
            <a:rPr lang="en-US"/>
            <a:t>• Virtual Log Files (VLFs): Internal divisions within log file for management.</a:t>
          </a:r>
        </a:p>
      </dgm:t>
    </dgm:pt>
    <dgm:pt modelId="{43DDCC45-99CF-4E3A-9F78-07CEEB119E43}" type="parTrans" cxnId="{42F3495A-BF6B-4810-A07C-90C1E7DDCC77}">
      <dgm:prSet/>
      <dgm:spPr/>
      <dgm:t>
        <a:bodyPr/>
        <a:lstStyle/>
        <a:p>
          <a:endParaRPr lang="en-US"/>
        </a:p>
      </dgm:t>
    </dgm:pt>
    <dgm:pt modelId="{1CA5B7C8-255B-45A7-ABAD-DE37C6362FD3}" type="sibTrans" cxnId="{42F3495A-BF6B-4810-A07C-90C1E7DDCC77}">
      <dgm:prSet/>
      <dgm:spPr/>
      <dgm:t>
        <a:bodyPr/>
        <a:lstStyle/>
        <a:p>
          <a:endParaRPr lang="en-US"/>
        </a:p>
      </dgm:t>
    </dgm:pt>
    <dgm:pt modelId="{678E0F97-2D0C-47ED-9C83-03F4B4131F25}">
      <dgm:prSet/>
      <dgm:spPr/>
      <dgm:t>
        <a:bodyPr/>
        <a:lstStyle/>
        <a:p>
          <a:r>
            <a:rPr lang="en-US"/>
            <a:t>• Log truncation: Removes inactive VLFs to free space.</a:t>
          </a:r>
        </a:p>
      </dgm:t>
    </dgm:pt>
    <dgm:pt modelId="{A4BF6A4A-54F7-4A59-9859-C3F559E9FE27}" type="parTrans" cxnId="{784356DC-D671-48CF-9FCE-FD72F8030AF8}">
      <dgm:prSet/>
      <dgm:spPr/>
      <dgm:t>
        <a:bodyPr/>
        <a:lstStyle/>
        <a:p>
          <a:endParaRPr lang="en-US"/>
        </a:p>
      </dgm:t>
    </dgm:pt>
    <dgm:pt modelId="{773F694D-DC98-4771-82C3-BF17F670C84E}" type="sibTrans" cxnId="{784356DC-D671-48CF-9FCE-FD72F8030AF8}">
      <dgm:prSet/>
      <dgm:spPr/>
      <dgm:t>
        <a:bodyPr/>
        <a:lstStyle/>
        <a:p>
          <a:endParaRPr lang="en-US"/>
        </a:p>
      </dgm:t>
    </dgm:pt>
    <dgm:pt modelId="{ADA6C070-4393-4E6B-94A5-25BE84CE9283}" type="pres">
      <dgm:prSet presAssocID="{57BE0BF5-4C58-4749-8D34-8509B3456FD5}" presName="diagram" presStyleCnt="0">
        <dgm:presLayoutVars>
          <dgm:dir/>
          <dgm:resizeHandles val="exact"/>
        </dgm:presLayoutVars>
      </dgm:prSet>
      <dgm:spPr/>
    </dgm:pt>
    <dgm:pt modelId="{57A68C5C-8943-4FD3-ACB2-372C6D96F263}" type="pres">
      <dgm:prSet presAssocID="{CA551538-C03D-4013-960B-ACDA13BB6557}" presName="node" presStyleLbl="node1" presStyleIdx="0" presStyleCnt="7">
        <dgm:presLayoutVars>
          <dgm:bulletEnabled val="1"/>
        </dgm:presLayoutVars>
      </dgm:prSet>
      <dgm:spPr/>
    </dgm:pt>
    <dgm:pt modelId="{C4BEEE81-9FD1-4E3F-8752-A33214BF8DEB}" type="pres">
      <dgm:prSet presAssocID="{06FBA969-F1EC-4E71-8B2F-9DD5EC9EDBF1}" presName="sibTrans" presStyleCnt="0"/>
      <dgm:spPr/>
    </dgm:pt>
    <dgm:pt modelId="{07E4DBEB-8E35-4B5B-814A-2B91E515A988}" type="pres">
      <dgm:prSet presAssocID="{3BFDCE73-E4BD-4C8F-AAE5-517EB7F8FE04}" presName="node" presStyleLbl="node1" presStyleIdx="1" presStyleCnt="7">
        <dgm:presLayoutVars>
          <dgm:bulletEnabled val="1"/>
        </dgm:presLayoutVars>
      </dgm:prSet>
      <dgm:spPr/>
    </dgm:pt>
    <dgm:pt modelId="{8A0FF004-8E8E-4AB6-A8EF-77403A8D050D}" type="pres">
      <dgm:prSet presAssocID="{C52BC0DA-FCD8-4918-B7FE-4711B57651B6}" presName="sibTrans" presStyleCnt="0"/>
      <dgm:spPr/>
    </dgm:pt>
    <dgm:pt modelId="{227B6587-BE53-4D15-BB18-05BDF62229DD}" type="pres">
      <dgm:prSet presAssocID="{FF55CBDE-5981-456F-98FD-381518B21F6F}" presName="node" presStyleLbl="node1" presStyleIdx="2" presStyleCnt="7">
        <dgm:presLayoutVars>
          <dgm:bulletEnabled val="1"/>
        </dgm:presLayoutVars>
      </dgm:prSet>
      <dgm:spPr/>
    </dgm:pt>
    <dgm:pt modelId="{0D59C826-5B22-44BB-AF56-518CDF679E3F}" type="pres">
      <dgm:prSet presAssocID="{413EA1EE-E498-4100-A8E0-3E8C3CF29B41}" presName="sibTrans" presStyleCnt="0"/>
      <dgm:spPr/>
    </dgm:pt>
    <dgm:pt modelId="{EAFE2E81-1AC8-4F83-B14C-798868DBCB6E}" type="pres">
      <dgm:prSet presAssocID="{CD3DE4E8-E21F-44C1-AF3C-12BE58D2ACCD}" presName="node" presStyleLbl="node1" presStyleIdx="3" presStyleCnt="7">
        <dgm:presLayoutVars>
          <dgm:bulletEnabled val="1"/>
        </dgm:presLayoutVars>
      </dgm:prSet>
      <dgm:spPr/>
    </dgm:pt>
    <dgm:pt modelId="{B2824ECB-22CC-4F25-9925-C2989AEA0540}" type="pres">
      <dgm:prSet presAssocID="{91638C24-B3DC-41A9-9EAC-539F2636AD03}" presName="sibTrans" presStyleCnt="0"/>
      <dgm:spPr/>
    </dgm:pt>
    <dgm:pt modelId="{B4FC8EF9-1458-40A6-AD31-A4B2AD51FCF4}" type="pres">
      <dgm:prSet presAssocID="{85320547-4DA1-4A75-B19D-9E45F8CC975F}" presName="node" presStyleLbl="node1" presStyleIdx="4" presStyleCnt="7">
        <dgm:presLayoutVars>
          <dgm:bulletEnabled val="1"/>
        </dgm:presLayoutVars>
      </dgm:prSet>
      <dgm:spPr/>
    </dgm:pt>
    <dgm:pt modelId="{57DCFF79-F5DF-4471-BC76-95C3EC9F074D}" type="pres">
      <dgm:prSet presAssocID="{3814E56F-17E5-4E05-9FF0-DC7E2F70D594}" presName="sibTrans" presStyleCnt="0"/>
      <dgm:spPr/>
    </dgm:pt>
    <dgm:pt modelId="{A20344FE-6084-45E6-808B-DCF26A357966}" type="pres">
      <dgm:prSet presAssocID="{308D99D0-D181-4FED-BA15-51BF6D2357CB}" presName="node" presStyleLbl="node1" presStyleIdx="5" presStyleCnt="7">
        <dgm:presLayoutVars>
          <dgm:bulletEnabled val="1"/>
        </dgm:presLayoutVars>
      </dgm:prSet>
      <dgm:spPr/>
    </dgm:pt>
    <dgm:pt modelId="{CF96A15A-2ADF-4D33-9D8E-122D30C540F6}" type="pres">
      <dgm:prSet presAssocID="{1CA5B7C8-255B-45A7-ABAD-DE37C6362FD3}" presName="sibTrans" presStyleCnt="0"/>
      <dgm:spPr/>
    </dgm:pt>
    <dgm:pt modelId="{8E987B98-F57D-4722-8617-ADC4C84AEEAF}" type="pres">
      <dgm:prSet presAssocID="{678E0F97-2D0C-47ED-9C83-03F4B4131F25}" presName="node" presStyleLbl="node1" presStyleIdx="6" presStyleCnt="7">
        <dgm:presLayoutVars>
          <dgm:bulletEnabled val="1"/>
        </dgm:presLayoutVars>
      </dgm:prSet>
      <dgm:spPr/>
    </dgm:pt>
  </dgm:ptLst>
  <dgm:cxnLst>
    <dgm:cxn modelId="{2F681B06-132D-481E-99A1-D0020A0B9AF6}" type="presOf" srcId="{85320547-4DA1-4A75-B19D-9E45F8CC975F}" destId="{B4FC8EF9-1458-40A6-AD31-A4B2AD51FCF4}" srcOrd="0" destOrd="0" presId="urn:microsoft.com/office/officeart/2005/8/layout/default"/>
    <dgm:cxn modelId="{67552D1E-8DAE-410E-86DB-CA4E18010E1C}" type="presOf" srcId="{CA551538-C03D-4013-960B-ACDA13BB6557}" destId="{57A68C5C-8943-4FD3-ACB2-372C6D96F263}" srcOrd="0" destOrd="0" presId="urn:microsoft.com/office/officeart/2005/8/layout/default"/>
    <dgm:cxn modelId="{7B2C742D-7024-4986-8CD5-ECFB7F2383A3}" srcId="{57BE0BF5-4C58-4749-8D34-8509B3456FD5}" destId="{CD3DE4E8-E21F-44C1-AF3C-12BE58D2ACCD}" srcOrd="3" destOrd="0" parTransId="{FDE68A51-71D2-4D63-8888-9AAC4AAC4019}" sibTransId="{91638C24-B3DC-41A9-9EAC-539F2636AD03}"/>
    <dgm:cxn modelId="{E969053B-A4E3-44CF-BCFB-F5CC412978AD}" type="presOf" srcId="{3BFDCE73-E4BD-4C8F-AAE5-517EB7F8FE04}" destId="{07E4DBEB-8E35-4B5B-814A-2B91E515A988}" srcOrd="0" destOrd="0" presId="urn:microsoft.com/office/officeart/2005/8/layout/default"/>
    <dgm:cxn modelId="{E8C10048-152B-418F-8C8E-F5D17A49436A}" type="presOf" srcId="{678E0F97-2D0C-47ED-9C83-03F4B4131F25}" destId="{8E987B98-F57D-4722-8617-ADC4C84AEEAF}" srcOrd="0" destOrd="0" presId="urn:microsoft.com/office/officeart/2005/8/layout/default"/>
    <dgm:cxn modelId="{9FCF3E6C-C621-4B96-BA4A-6849B0D57F0D}" type="presOf" srcId="{FF55CBDE-5981-456F-98FD-381518B21F6F}" destId="{227B6587-BE53-4D15-BB18-05BDF62229DD}" srcOrd="0" destOrd="0" presId="urn:microsoft.com/office/officeart/2005/8/layout/default"/>
    <dgm:cxn modelId="{42F3495A-BF6B-4810-A07C-90C1E7DDCC77}" srcId="{57BE0BF5-4C58-4749-8D34-8509B3456FD5}" destId="{308D99D0-D181-4FED-BA15-51BF6D2357CB}" srcOrd="5" destOrd="0" parTransId="{43DDCC45-99CF-4E3A-9F78-07CEEB119E43}" sibTransId="{1CA5B7C8-255B-45A7-ABAD-DE37C6362FD3}"/>
    <dgm:cxn modelId="{69121B91-0586-4644-8113-08A74E15201C}" srcId="{57BE0BF5-4C58-4749-8D34-8509B3456FD5}" destId="{3BFDCE73-E4BD-4C8F-AAE5-517EB7F8FE04}" srcOrd="1" destOrd="0" parTransId="{AD12B33A-2427-4267-9009-F2DB8F532E21}" sibTransId="{C52BC0DA-FCD8-4918-B7FE-4711B57651B6}"/>
    <dgm:cxn modelId="{4F8D35BA-DBDE-4E80-AFC0-B8FD5BA7EA41}" srcId="{57BE0BF5-4C58-4749-8D34-8509B3456FD5}" destId="{CA551538-C03D-4013-960B-ACDA13BB6557}" srcOrd="0" destOrd="0" parTransId="{89376F9B-D9BB-4461-958C-00AD7C05AE3B}" sibTransId="{06FBA969-F1EC-4E71-8B2F-9DD5EC9EDBF1}"/>
    <dgm:cxn modelId="{6ADF0BBC-530F-4ED8-B036-FA6BFE26DB04}" type="presOf" srcId="{308D99D0-D181-4FED-BA15-51BF6D2357CB}" destId="{A20344FE-6084-45E6-808B-DCF26A357966}" srcOrd="0" destOrd="0" presId="urn:microsoft.com/office/officeart/2005/8/layout/default"/>
    <dgm:cxn modelId="{5D356BD4-C425-431D-A02C-A8EB6657A4DC}" type="presOf" srcId="{CD3DE4E8-E21F-44C1-AF3C-12BE58D2ACCD}" destId="{EAFE2E81-1AC8-4F83-B14C-798868DBCB6E}" srcOrd="0" destOrd="0" presId="urn:microsoft.com/office/officeart/2005/8/layout/default"/>
    <dgm:cxn modelId="{E04987DA-0AF9-4F57-8FF1-04928FEA37F7}" type="presOf" srcId="{57BE0BF5-4C58-4749-8D34-8509B3456FD5}" destId="{ADA6C070-4393-4E6B-94A5-25BE84CE9283}" srcOrd="0" destOrd="0" presId="urn:microsoft.com/office/officeart/2005/8/layout/default"/>
    <dgm:cxn modelId="{784356DC-D671-48CF-9FCE-FD72F8030AF8}" srcId="{57BE0BF5-4C58-4749-8D34-8509B3456FD5}" destId="{678E0F97-2D0C-47ED-9C83-03F4B4131F25}" srcOrd="6" destOrd="0" parTransId="{A4BF6A4A-54F7-4A59-9859-C3F559E9FE27}" sibTransId="{773F694D-DC98-4771-82C3-BF17F670C84E}"/>
    <dgm:cxn modelId="{0636E1F1-62B5-4391-876A-D6A17736BDF4}" srcId="{57BE0BF5-4C58-4749-8D34-8509B3456FD5}" destId="{FF55CBDE-5981-456F-98FD-381518B21F6F}" srcOrd="2" destOrd="0" parTransId="{FB5B75C7-092E-4D7A-A710-1EDB0434BF1A}" sibTransId="{413EA1EE-E498-4100-A8E0-3E8C3CF29B41}"/>
    <dgm:cxn modelId="{AD4C8AFC-18D7-478B-9EF3-4E128A9BA4B4}" srcId="{57BE0BF5-4C58-4749-8D34-8509B3456FD5}" destId="{85320547-4DA1-4A75-B19D-9E45F8CC975F}" srcOrd="4" destOrd="0" parTransId="{D03B3076-1988-4927-A686-E336FB72892C}" sibTransId="{3814E56F-17E5-4E05-9FF0-DC7E2F70D594}"/>
    <dgm:cxn modelId="{9B824B89-4B45-4D28-9677-C70AB83A8E0B}" type="presParOf" srcId="{ADA6C070-4393-4E6B-94A5-25BE84CE9283}" destId="{57A68C5C-8943-4FD3-ACB2-372C6D96F263}" srcOrd="0" destOrd="0" presId="urn:microsoft.com/office/officeart/2005/8/layout/default"/>
    <dgm:cxn modelId="{9AEB19B7-8FDD-4B1E-8523-A6FCFE00CC12}" type="presParOf" srcId="{ADA6C070-4393-4E6B-94A5-25BE84CE9283}" destId="{C4BEEE81-9FD1-4E3F-8752-A33214BF8DEB}" srcOrd="1" destOrd="0" presId="urn:microsoft.com/office/officeart/2005/8/layout/default"/>
    <dgm:cxn modelId="{2F2C06E0-56B6-4D5C-BF01-FB0A6E79C43E}" type="presParOf" srcId="{ADA6C070-4393-4E6B-94A5-25BE84CE9283}" destId="{07E4DBEB-8E35-4B5B-814A-2B91E515A988}" srcOrd="2" destOrd="0" presId="urn:microsoft.com/office/officeart/2005/8/layout/default"/>
    <dgm:cxn modelId="{CAEC9BB3-FE8D-40BC-998F-638CFEB5858A}" type="presParOf" srcId="{ADA6C070-4393-4E6B-94A5-25BE84CE9283}" destId="{8A0FF004-8E8E-4AB6-A8EF-77403A8D050D}" srcOrd="3" destOrd="0" presId="urn:microsoft.com/office/officeart/2005/8/layout/default"/>
    <dgm:cxn modelId="{616EB4AF-587B-4CDD-A1DE-5CD3FFEFB2C0}" type="presParOf" srcId="{ADA6C070-4393-4E6B-94A5-25BE84CE9283}" destId="{227B6587-BE53-4D15-BB18-05BDF62229DD}" srcOrd="4" destOrd="0" presId="urn:microsoft.com/office/officeart/2005/8/layout/default"/>
    <dgm:cxn modelId="{20086823-D9D7-4051-A84A-3E946F502825}" type="presParOf" srcId="{ADA6C070-4393-4E6B-94A5-25BE84CE9283}" destId="{0D59C826-5B22-44BB-AF56-518CDF679E3F}" srcOrd="5" destOrd="0" presId="urn:microsoft.com/office/officeart/2005/8/layout/default"/>
    <dgm:cxn modelId="{E4FAF9F1-0D1B-4752-9A18-DF9D7E6F3B2B}" type="presParOf" srcId="{ADA6C070-4393-4E6B-94A5-25BE84CE9283}" destId="{EAFE2E81-1AC8-4F83-B14C-798868DBCB6E}" srcOrd="6" destOrd="0" presId="urn:microsoft.com/office/officeart/2005/8/layout/default"/>
    <dgm:cxn modelId="{054CEA17-1702-4C2E-BCC3-10210A5F74A9}" type="presParOf" srcId="{ADA6C070-4393-4E6B-94A5-25BE84CE9283}" destId="{B2824ECB-22CC-4F25-9925-C2989AEA0540}" srcOrd="7" destOrd="0" presId="urn:microsoft.com/office/officeart/2005/8/layout/default"/>
    <dgm:cxn modelId="{520F2665-63FD-492D-8B50-5383280FCF9B}" type="presParOf" srcId="{ADA6C070-4393-4E6B-94A5-25BE84CE9283}" destId="{B4FC8EF9-1458-40A6-AD31-A4B2AD51FCF4}" srcOrd="8" destOrd="0" presId="urn:microsoft.com/office/officeart/2005/8/layout/default"/>
    <dgm:cxn modelId="{A479D6C4-F6D0-410F-80ED-5DE1679CD5A8}" type="presParOf" srcId="{ADA6C070-4393-4E6B-94A5-25BE84CE9283}" destId="{57DCFF79-F5DF-4471-BC76-95C3EC9F074D}" srcOrd="9" destOrd="0" presId="urn:microsoft.com/office/officeart/2005/8/layout/default"/>
    <dgm:cxn modelId="{1A8CE03F-5D05-4C86-BFBA-1FF71F59C71F}" type="presParOf" srcId="{ADA6C070-4393-4E6B-94A5-25BE84CE9283}" destId="{A20344FE-6084-45E6-808B-DCF26A357966}" srcOrd="10" destOrd="0" presId="urn:microsoft.com/office/officeart/2005/8/layout/default"/>
    <dgm:cxn modelId="{EDE49F1C-942E-4D34-9A1D-29884E9D3188}" type="presParOf" srcId="{ADA6C070-4393-4E6B-94A5-25BE84CE9283}" destId="{CF96A15A-2ADF-4D33-9D8E-122D30C540F6}" srcOrd="11" destOrd="0" presId="urn:microsoft.com/office/officeart/2005/8/layout/default"/>
    <dgm:cxn modelId="{F042B0B2-E433-40F7-987D-0FD51D16E1B3}" type="presParOf" srcId="{ADA6C070-4393-4E6B-94A5-25BE84CE9283}" destId="{8E987B98-F57D-4722-8617-ADC4C84AEEAF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92D7D43-4653-4288-9CD4-5282355C0E91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5A384AB-A8BB-4347-A8F7-13D759051605}">
      <dgm:prSet/>
      <dgm:spPr/>
      <dgm:t>
        <a:bodyPr/>
        <a:lstStyle/>
        <a:p>
          <a:r>
            <a:rPr lang="en-US" dirty="0"/>
            <a:t> SQL Server dynamically manages memory.</a:t>
          </a:r>
        </a:p>
      </dgm:t>
    </dgm:pt>
    <dgm:pt modelId="{FB1E462C-029C-4A35-AB81-AA513D69187B}" type="parTrans" cxnId="{D5A0EF4A-5859-4014-9DED-B6677BC05154}">
      <dgm:prSet/>
      <dgm:spPr/>
      <dgm:t>
        <a:bodyPr/>
        <a:lstStyle/>
        <a:p>
          <a:endParaRPr lang="en-US"/>
        </a:p>
      </dgm:t>
    </dgm:pt>
    <dgm:pt modelId="{74F5AEDE-4619-4504-BCA2-A86F93F25B08}" type="sibTrans" cxnId="{D5A0EF4A-5859-4014-9DED-B6677BC05154}">
      <dgm:prSet/>
      <dgm:spPr/>
      <dgm:t>
        <a:bodyPr/>
        <a:lstStyle/>
        <a:p>
          <a:endParaRPr lang="en-US"/>
        </a:p>
      </dgm:t>
    </dgm:pt>
    <dgm:pt modelId="{5F2E4FF5-7C14-4299-ACEE-5A086CF7AEEF}">
      <dgm:prSet/>
      <dgm:spPr/>
      <dgm:t>
        <a:bodyPr/>
        <a:lstStyle/>
        <a:p>
          <a:r>
            <a:rPr lang="en-US" dirty="0"/>
            <a:t>Main memory components:</a:t>
          </a:r>
        </a:p>
      </dgm:t>
    </dgm:pt>
    <dgm:pt modelId="{F842BEF7-5D31-49F5-865E-A530904401E5}" type="parTrans" cxnId="{35AE7451-0388-427C-9A2E-CB2F8610AF88}">
      <dgm:prSet/>
      <dgm:spPr/>
      <dgm:t>
        <a:bodyPr/>
        <a:lstStyle/>
        <a:p>
          <a:endParaRPr lang="en-US"/>
        </a:p>
      </dgm:t>
    </dgm:pt>
    <dgm:pt modelId="{A68A23F0-C834-4A20-9C26-FCC4F437F1FD}" type="sibTrans" cxnId="{35AE7451-0388-427C-9A2E-CB2F8610AF88}">
      <dgm:prSet/>
      <dgm:spPr/>
      <dgm:t>
        <a:bodyPr/>
        <a:lstStyle/>
        <a:p>
          <a:endParaRPr lang="en-US"/>
        </a:p>
      </dgm:t>
    </dgm:pt>
    <dgm:pt modelId="{853D61F1-319A-40ED-9BFE-16FD0E61810C}">
      <dgm:prSet/>
      <dgm:spPr/>
      <dgm:t>
        <a:bodyPr/>
        <a:lstStyle/>
        <a:p>
          <a:r>
            <a:rPr lang="en-US"/>
            <a:t>- Buffer Pool – Caches data and index pages.</a:t>
          </a:r>
        </a:p>
      </dgm:t>
    </dgm:pt>
    <dgm:pt modelId="{450FB360-3101-4F71-9EE7-A2D76FC70870}" type="parTrans" cxnId="{CC0E4E69-7F11-4BF1-AD9E-313B069F48A1}">
      <dgm:prSet/>
      <dgm:spPr/>
      <dgm:t>
        <a:bodyPr/>
        <a:lstStyle/>
        <a:p>
          <a:endParaRPr lang="en-US"/>
        </a:p>
      </dgm:t>
    </dgm:pt>
    <dgm:pt modelId="{408B3BB1-2085-4ED1-B87A-10AA16D093DD}" type="sibTrans" cxnId="{CC0E4E69-7F11-4BF1-AD9E-313B069F48A1}">
      <dgm:prSet/>
      <dgm:spPr/>
      <dgm:t>
        <a:bodyPr/>
        <a:lstStyle/>
        <a:p>
          <a:endParaRPr lang="en-US"/>
        </a:p>
      </dgm:t>
    </dgm:pt>
    <dgm:pt modelId="{C1DB1961-BFEB-48AC-842C-F7BD5655E7F9}">
      <dgm:prSet/>
      <dgm:spPr/>
      <dgm:t>
        <a:bodyPr/>
        <a:lstStyle/>
        <a:p>
          <a:r>
            <a:rPr lang="en-US"/>
            <a:t>- Plan Cache – Stores compiled query execution plans.</a:t>
          </a:r>
        </a:p>
      </dgm:t>
    </dgm:pt>
    <dgm:pt modelId="{BA4A39A0-FE9E-4BDD-8299-9F09D8CC1343}" type="parTrans" cxnId="{63C5A252-A1D4-4063-8261-AD129B1AF575}">
      <dgm:prSet/>
      <dgm:spPr/>
      <dgm:t>
        <a:bodyPr/>
        <a:lstStyle/>
        <a:p>
          <a:endParaRPr lang="en-US"/>
        </a:p>
      </dgm:t>
    </dgm:pt>
    <dgm:pt modelId="{0CF97206-007A-458A-A0D0-587EA97B65D7}" type="sibTrans" cxnId="{63C5A252-A1D4-4063-8261-AD129B1AF575}">
      <dgm:prSet/>
      <dgm:spPr/>
      <dgm:t>
        <a:bodyPr/>
        <a:lstStyle/>
        <a:p>
          <a:endParaRPr lang="en-US"/>
        </a:p>
      </dgm:t>
    </dgm:pt>
    <dgm:pt modelId="{ABE553B3-E3C4-4CEA-A279-350ECDBE47DA}">
      <dgm:prSet/>
      <dgm:spPr/>
      <dgm:t>
        <a:bodyPr/>
        <a:lstStyle/>
        <a:p>
          <a:r>
            <a:rPr lang="en-US"/>
            <a:t>- Procedure Cache – Keeps stored procedure plans.</a:t>
          </a:r>
        </a:p>
      </dgm:t>
    </dgm:pt>
    <dgm:pt modelId="{544CE2AC-D2E7-46A6-A7E4-6167B9195370}" type="parTrans" cxnId="{110DEAF7-D325-4981-A776-407AA8EB8876}">
      <dgm:prSet/>
      <dgm:spPr/>
      <dgm:t>
        <a:bodyPr/>
        <a:lstStyle/>
        <a:p>
          <a:endParaRPr lang="en-US"/>
        </a:p>
      </dgm:t>
    </dgm:pt>
    <dgm:pt modelId="{DA8E408D-EB9F-452A-8B28-1E9A9DC63B97}" type="sibTrans" cxnId="{110DEAF7-D325-4981-A776-407AA8EB8876}">
      <dgm:prSet/>
      <dgm:spPr/>
      <dgm:t>
        <a:bodyPr/>
        <a:lstStyle/>
        <a:p>
          <a:endParaRPr lang="en-US"/>
        </a:p>
      </dgm:t>
    </dgm:pt>
    <dgm:pt modelId="{978F08B1-576B-4FFA-8AF2-F1D543CCD91B}">
      <dgm:prSet/>
      <dgm:spPr/>
      <dgm:t>
        <a:bodyPr/>
        <a:lstStyle/>
        <a:p>
          <a:r>
            <a:rPr lang="en-US"/>
            <a:t>- Lock Manager Memory – For managing locks.</a:t>
          </a:r>
        </a:p>
      </dgm:t>
    </dgm:pt>
    <dgm:pt modelId="{7D3E8FEF-55F7-4E95-B395-BA9FAB904A85}" type="parTrans" cxnId="{EF8AC6F8-61C6-46D9-8B78-C8356E68B058}">
      <dgm:prSet/>
      <dgm:spPr/>
      <dgm:t>
        <a:bodyPr/>
        <a:lstStyle/>
        <a:p>
          <a:endParaRPr lang="en-US"/>
        </a:p>
      </dgm:t>
    </dgm:pt>
    <dgm:pt modelId="{8DA6E3F9-84AE-44D8-ABB6-825D1F6008B6}" type="sibTrans" cxnId="{EF8AC6F8-61C6-46D9-8B78-C8356E68B058}">
      <dgm:prSet/>
      <dgm:spPr/>
      <dgm:t>
        <a:bodyPr/>
        <a:lstStyle/>
        <a:p>
          <a:endParaRPr lang="en-US"/>
        </a:p>
      </dgm:t>
    </dgm:pt>
    <dgm:pt modelId="{BD7B7354-B0DC-46A3-A0AB-8F262C145C24}">
      <dgm:prSet/>
      <dgm:spPr/>
      <dgm:t>
        <a:bodyPr/>
        <a:lstStyle/>
        <a:p>
          <a:r>
            <a:rPr lang="en-US"/>
            <a:t>• Memory Areas: Reserved, Committed, Free, Stolen.</a:t>
          </a:r>
        </a:p>
      </dgm:t>
    </dgm:pt>
    <dgm:pt modelId="{F2A3D3EA-7B75-4AB1-8AC1-2D32482214C6}" type="parTrans" cxnId="{0A59D5AE-6FA4-4C93-B67F-1999BBF35BDA}">
      <dgm:prSet/>
      <dgm:spPr/>
      <dgm:t>
        <a:bodyPr/>
        <a:lstStyle/>
        <a:p>
          <a:endParaRPr lang="en-US"/>
        </a:p>
      </dgm:t>
    </dgm:pt>
    <dgm:pt modelId="{3CF4929C-BFEF-4568-8064-1E39F7001F8D}" type="sibTrans" cxnId="{0A59D5AE-6FA4-4C93-B67F-1999BBF35BDA}">
      <dgm:prSet/>
      <dgm:spPr/>
      <dgm:t>
        <a:bodyPr/>
        <a:lstStyle/>
        <a:p>
          <a:endParaRPr lang="en-US"/>
        </a:p>
      </dgm:t>
    </dgm:pt>
    <dgm:pt modelId="{13FC7CD3-1B3D-4245-B41C-14891574B56B}" type="pres">
      <dgm:prSet presAssocID="{F92D7D43-4653-4288-9CD4-5282355C0E91}" presName="diagram" presStyleCnt="0">
        <dgm:presLayoutVars>
          <dgm:dir/>
          <dgm:resizeHandles val="exact"/>
        </dgm:presLayoutVars>
      </dgm:prSet>
      <dgm:spPr/>
    </dgm:pt>
    <dgm:pt modelId="{E2AB574D-BD2F-444D-83E5-BBAE8E817ED0}" type="pres">
      <dgm:prSet presAssocID="{25A384AB-A8BB-4347-A8F7-13D759051605}" presName="node" presStyleLbl="node1" presStyleIdx="0" presStyleCnt="7">
        <dgm:presLayoutVars>
          <dgm:bulletEnabled val="1"/>
        </dgm:presLayoutVars>
      </dgm:prSet>
      <dgm:spPr/>
    </dgm:pt>
    <dgm:pt modelId="{A77384AE-14C3-4D34-B49B-4E1B77120F67}" type="pres">
      <dgm:prSet presAssocID="{74F5AEDE-4619-4504-BCA2-A86F93F25B08}" presName="sibTrans" presStyleCnt="0"/>
      <dgm:spPr/>
    </dgm:pt>
    <dgm:pt modelId="{4B67764C-8059-4C38-AEC7-A6DE2A81FE3C}" type="pres">
      <dgm:prSet presAssocID="{5F2E4FF5-7C14-4299-ACEE-5A086CF7AEEF}" presName="node" presStyleLbl="node1" presStyleIdx="1" presStyleCnt="7">
        <dgm:presLayoutVars>
          <dgm:bulletEnabled val="1"/>
        </dgm:presLayoutVars>
      </dgm:prSet>
      <dgm:spPr/>
    </dgm:pt>
    <dgm:pt modelId="{3C4F17D0-3EDA-438B-864C-6F70A0ABD552}" type="pres">
      <dgm:prSet presAssocID="{A68A23F0-C834-4A20-9C26-FCC4F437F1FD}" presName="sibTrans" presStyleCnt="0"/>
      <dgm:spPr/>
    </dgm:pt>
    <dgm:pt modelId="{107693B8-3355-4D46-9F3B-2C62684E0AAA}" type="pres">
      <dgm:prSet presAssocID="{853D61F1-319A-40ED-9BFE-16FD0E61810C}" presName="node" presStyleLbl="node1" presStyleIdx="2" presStyleCnt="7">
        <dgm:presLayoutVars>
          <dgm:bulletEnabled val="1"/>
        </dgm:presLayoutVars>
      </dgm:prSet>
      <dgm:spPr/>
    </dgm:pt>
    <dgm:pt modelId="{DA8D8EEB-C431-46A8-93DE-F988762A1CCC}" type="pres">
      <dgm:prSet presAssocID="{408B3BB1-2085-4ED1-B87A-10AA16D093DD}" presName="sibTrans" presStyleCnt="0"/>
      <dgm:spPr/>
    </dgm:pt>
    <dgm:pt modelId="{DB7CDF1C-3DC7-4B7A-82C4-2C765B869B68}" type="pres">
      <dgm:prSet presAssocID="{C1DB1961-BFEB-48AC-842C-F7BD5655E7F9}" presName="node" presStyleLbl="node1" presStyleIdx="3" presStyleCnt="7">
        <dgm:presLayoutVars>
          <dgm:bulletEnabled val="1"/>
        </dgm:presLayoutVars>
      </dgm:prSet>
      <dgm:spPr/>
    </dgm:pt>
    <dgm:pt modelId="{1CBAC156-B5D3-401A-8FB3-95E348169C35}" type="pres">
      <dgm:prSet presAssocID="{0CF97206-007A-458A-A0D0-587EA97B65D7}" presName="sibTrans" presStyleCnt="0"/>
      <dgm:spPr/>
    </dgm:pt>
    <dgm:pt modelId="{0B452C7B-A307-42AF-B9F2-1715134481A0}" type="pres">
      <dgm:prSet presAssocID="{ABE553B3-E3C4-4CEA-A279-350ECDBE47DA}" presName="node" presStyleLbl="node1" presStyleIdx="4" presStyleCnt="7">
        <dgm:presLayoutVars>
          <dgm:bulletEnabled val="1"/>
        </dgm:presLayoutVars>
      </dgm:prSet>
      <dgm:spPr/>
    </dgm:pt>
    <dgm:pt modelId="{39D14BF5-9CCA-48B7-82E8-D29B89D0B550}" type="pres">
      <dgm:prSet presAssocID="{DA8E408D-EB9F-452A-8B28-1E9A9DC63B97}" presName="sibTrans" presStyleCnt="0"/>
      <dgm:spPr/>
    </dgm:pt>
    <dgm:pt modelId="{41FF6D63-6E2B-4A7A-8C8B-DBF1D2F586CF}" type="pres">
      <dgm:prSet presAssocID="{978F08B1-576B-4FFA-8AF2-F1D543CCD91B}" presName="node" presStyleLbl="node1" presStyleIdx="5" presStyleCnt="7">
        <dgm:presLayoutVars>
          <dgm:bulletEnabled val="1"/>
        </dgm:presLayoutVars>
      </dgm:prSet>
      <dgm:spPr/>
    </dgm:pt>
    <dgm:pt modelId="{C5BFE35B-C7BC-4D0B-9F43-CE4FD21BF303}" type="pres">
      <dgm:prSet presAssocID="{8DA6E3F9-84AE-44D8-ABB6-825D1F6008B6}" presName="sibTrans" presStyleCnt="0"/>
      <dgm:spPr/>
    </dgm:pt>
    <dgm:pt modelId="{062D15C1-E5A6-4D5A-A0C3-80C72A962D8A}" type="pres">
      <dgm:prSet presAssocID="{BD7B7354-B0DC-46A3-A0AB-8F262C145C24}" presName="node" presStyleLbl="node1" presStyleIdx="6" presStyleCnt="7">
        <dgm:presLayoutVars>
          <dgm:bulletEnabled val="1"/>
        </dgm:presLayoutVars>
      </dgm:prSet>
      <dgm:spPr/>
    </dgm:pt>
  </dgm:ptLst>
  <dgm:cxnLst>
    <dgm:cxn modelId="{EE65FB08-6FEA-4F01-A5B3-C0DD97F84C79}" type="presOf" srcId="{5F2E4FF5-7C14-4299-ACEE-5A086CF7AEEF}" destId="{4B67764C-8059-4C38-AEC7-A6DE2A81FE3C}" srcOrd="0" destOrd="0" presId="urn:microsoft.com/office/officeart/2005/8/layout/default"/>
    <dgm:cxn modelId="{0994A15C-9370-44BF-A5FC-975E58854231}" type="presOf" srcId="{ABE553B3-E3C4-4CEA-A279-350ECDBE47DA}" destId="{0B452C7B-A307-42AF-B9F2-1715134481A0}" srcOrd="0" destOrd="0" presId="urn:microsoft.com/office/officeart/2005/8/layout/default"/>
    <dgm:cxn modelId="{D6224C62-7C7F-4651-9C8B-56BEB043DD66}" type="presOf" srcId="{853D61F1-319A-40ED-9BFE-16FD0E61810C}" destId="{107693B8-3355-4D46-9F3B-2C62684E0AAA}" srcOrd="0" destOrd="0" presId="urn:microsoft.com/office/officeart/2005/8/layout/default"/>
    <dgm:cxn modelId="{CC0E4E69-7F11-4BF1-AD9E-313B069F48A1}" srcId="{F92D7D43-4653-4288-9CD4-5282355C0E91}" destId="{853D61F1-319A-40ED-9BFE-16FD0E61810C}" srcOrd="2" destOrd="0" parTransId="{450FB360-3101-4F71-9EE7-A2D76FC70870}" sibTransId="{408B3BB1-2085-4ED1-B87A-10AA16D093DD}"/>
    <dgm:cxn modelId="{D5A0EF4A-5859-4014-9DED-B6677BC05154}" srcId="{F92D7D43-4653-4288-9CD4-5282355C0E91}" destId="{25A384AB-A8BB-4347-A8F7-13D759051605}" srcOrd="0" destOrd="0" parTransId="{FB1E462C-029C-4A35-AB81-AA513D69187B}" sibTransId="{74F5AEDE-4619-4504-BCA2-A86F93F25B08}"/>
    <dgm:cxn modelId="{B526544E-BD46-4201-8C4A-D848935FD177}" type="presOf" srcId="{978F08B1-576B-4FFA-8AF2-F1D543CCD91B}" destId="{41FF6D63-6E2B-4A7A-8C8B-DBF1D2F586CF}" srcOrd="0" destOrd="0" presId="urn:microsoft.com/office/officeart/2005/8/layout/default"/>
    <dgm:cxn modelId="{676A234F-5CC9-4F52-9850-89212B360B10}" type="presOf" srcId="{BD7B7354-B0DC-46A3-A0AB-8F262C145C24}" destId="{062D15C1-E5A6-4D5A-A0C3-80C72A962D8A}" srcOrd="0" destOrd="0" presId="urn:microsoft.com/office/officeart/2005/8/layout/default"/>
    <dgm:cxn modelId="{35AE7451-0388-427C-9A2E-CB2F8610AF88}" srcId="{F92D7D43-4653-4288-9CD4-5282355C0E91}" destId="{5F2E4FF5-7C14-4299-ACEE-5A086CF7AEEF}" srcOrd="1" destOrd="0" parTransId="{F842BEF7-5D31-49F5-865E-A530904401E5}" sibTransId="{A68A23F0-C834-4A20-9C26-FCC4F437F1FD}"/>
    <dgm:cxn modelId="{63C5A252-A1D4-4063-8261-AD129B1AF575}" srcId="{F92D7D43-4653-4288-9CD4-5282355C0E91}" destId="{C1DB1961-BFEB-48AC-842C-F7BD5655E7F9}" srcOrd="3" destOrd="0" parTransId="{BA4A39A0-FE9E-4BDD-8299-9F09D8CC1343}" sibTransId="{0CF97206-007A-458A-A0D0-587EA97B65D7}"/>
    <dgm:cxn modelId="{65226490-77F0-4262-A782-48178961E578}" type="presOf" srcId="{C1DB1961-BFEB-48AC-842C-F7BD5655E7F9}" destId="{DB7CDF1C-3DC7-4B7A-82C4-2C765B869B68}" srcOrd="0" destOrd="0" presId="urn:microsoft.com/office/officeart/2005/8/layout/default"/>
    <dgm:cxn modelId="{653E42A4-6E81-47E0-846D-225DECF713E7}" type="presOf" srcId="{F92D7D43-4653-4288-9CD4-5282355C0E91}" destId="{13FC7CD3-1B3D-4245-B41C-14891574B56B}" srcOrd="0" destOrd="0" presId="urn:microsoft.com/office/officeart/2005/8/layout/default"/>
    <dgm:cxn modelId="{0A59D5AE-6FA4-4C93-B67F-1999BBF35BDA}" srcId="{F92D7D43-4653-4288-9CD4-5282355C0E91}" destId="{BD7B7354-B0DC-46A3-A0AB-8F262C145C24}" srcOrd="6" destOrd="0" parTransId="{F2A3D3EA-7B75-4AB1-8AC1-2D32482214C6}" sibTransId="{3CF4929C-BFEF-4568-8064-1E39F7001F8D}"/>
    <dgm:cxn modelId="{141B6CD8-FF6A-4495-BD58-223E76D1DE01}" type="presOf" srcId="{25A384AB-A8BB-4347-A8F7-13D759051605}" destId="{E2AB574D-BD2F-444D-83E5-BBAE8E817ED0}" srcOrd="0" destOrd="0" presId="urn:microsoft.com/office/officeart/2005/8/layout/default"/>
    <dgm:cxn modelId="{110DEAF7-D325-4981-A776-407AA8EB8876}" srcId="{F92D7D43-4653-4288-9CD4-5282355C0E91}" destId="{ABE553B3-E3C4-4CEA-A279-350ECDBE47DA}" srcOrd="4" destOrd="0" parTransId="{544CE2AC-D2E7-46A6-A7E4-6167B9195370}" sibTransId="{DA8E408D-EB9F-452A-8B28-1E9A9DC63B97}"/>
    <dgm:cxn modelId="{EF8AC6F8-61C6-46D9-8B78-C8356E68B058}" srcId="{F92D7D43-4653-4288-9CD4-5282355C0E91}" destId="{978F08B1-576B-4FFA-8AF2-F1D543CCD91B}" srcOrd="5" destOrd="0" parTransId="{7D3E8FEF-55F7-4E95-B395-BA9FAB904A85}" sibTransId="{8DA6E3F9-84AE-44D8-ABB6-825D1F6008B6}"/>
    <dgm:cxn modelId="{33E02908-314B-4D1D-91CE-094FE122C9FB}" type="presParOf" srcId="{13FC7CD3-1B3D-4245-B41C-14891574B56B}" destId="{E2AB574D-BD2F-444D-83E5-BBAE8E817ED0}" srcOrd="0" destOrd="0" presId="urn:microsoft.com/office/officeart/2005/8/layout/default"/>
    <dgm:cxn modelId="{B06E475E-5EA0-4114-87C2-88550D769DFE}" type="presParOf" srcId="{13FC7CD3-1B3D-4245-B41C-14891574B56B}" destId="{A77384AE-14C3-4D34-B49B-4E1B77120F67}" srcOrd="1" destOrd="0" presId="urn:microsoft.com/office/officeart/2005/8/layout/default"/>
    <dgm:cxn modelId="{0B8952D4-9D3D-4238-932B-0AC2D925BD8F}" type="presParOf" srcId="{13FC7CD3-1B3D-4245-B41C-14891574B56B}" destId="{4B67764C-8059-4C38-AEC7-A6DE2A81FE3C}" srcOrd="2" destOrd="0" presId="urn:microsoft.com/office/officeart/2005/8/layout/default"/>
    <dgm:cxn modelId="{632F2496-1468-4FB6-AE65-7425916E088C}" type="presParOf" srcId="{13FC7CD3-1B3D-4245-B41C-14891574B56B}" destId="{3C4F17D0-3EDA-438B-864C-6F70A0ABD552}" srcOrd="3" destOrd="0" presId="urn:microsoft.com/office/officeart/2005/8/layout/default"/>
    <dgm:cxn modelId="{4029A334-BB6D-47DD-8765-683168448A57}" type="presParOf" srcId="{13FC7CD3-1B3D-4245-B41C-14891574B56B}" destId="{107693B8-3355-4D46-9F3B-2C62684E0AAA}" srcOrd="4" destOrd="0" presId="urn:microsoft.com/office/officeart/2005/8/layout/default"/>
    <dgm:cxn modelId="{5BF99E17-8D80-4CA8-866C-70B4E1B82993}" type="presParOf" srcId="{13FC7CD3-1B3D-4245-B41C-14891574B56B}" destId="{DA8D8EEB-C431-46A8-93DE-F988762A1CCC}" srcOrd="5" destOrd="0" presId="urn:microsoft.com/office/officeart/2005/8/layout/default"/>
    <dgm:cxn modelId="{A25EAC43-8971-4663-B05C-8C94B44016EE}" type="presParOf" srcId="{13FC7CD3-1B3D-4245-B41C-14891574B56B}" destId="{DB7CDF1C-3DC7-4B7A-82C4-2C765B869B68}" srcOrd="6" destOrd="0" presId="urn:microsoft.com/office/officeart/2005/8/layout/default"/>
    <dgm:cxn modelId="{62A4A2B8-0A07-4178-95B0-A3EAAD5EBFCF}" type="presParOf" srcId="{13FC7CD3-1B3D-4245-B41C-14891574B56B}" destId="{1CBAC156-B5D3-401A-8FB3-95E348169C35}" srcOrd="7" destOrd="0" presId="urn:microsoft.com/office/officeart/2005/8/layout/default"/>
    <dgm:cxn modelId="{357D5FD0-81C8-4A35-ABC9-1099AF437686}" type="presParOf" srcId="{13FC7CD3-1B3D-4245-B41C-14891574B56B}" destId="{0B452C7B-A307-42AF-B9F2-1715134481A0}" srcOrd="8" destOrd="0" presId="urn:microsoft.com/office/officeart/2005/8/layout/default"/>
    <dgm:cxn modelId="{C8ED7864-2775-432C-89C1-5167DD07BF54}" type="presParOf" srcId="{13FC7CD3-1B3D-4245-B41C-14891574B56B}" destId="{39D14BF5-9CCA-48B7-82E8-D29B89D0B550}" srcOrd="9" destOrd="0" presId="urn:microsoft.com/office/officeart/2005/8/layout/default"/>
    <dgm:cxn modelId="{E9AB1658-6814-4C2F-946A-1FB298760D77}" type="presParOf" srcId="{13FC7CD3-1B3D-4245-B41C-14891574B56B}" destId="{41FF6D63-6E2B-4A7A-8C8B-DBF1D2F586CF}" srcOrd="10" destOrd="0" presId="urn:microsoft.com/office/officeart/2005/8/layout/default"/>
    <dgm:cxn modelId="{AD1B2719-9484-4201-826B-FDF7771332A0}" type="presParOf" srcId="{13FC7CD3-1B3D-4245-B41C-14891574B56B}" destId="{C5BFE35B-C7BC-4D0B-9F43-CE4FD21BF303}" srcOrd="11" destOrd="0" presId="urn:microsoft.com/office/officeart/2005/8/layout/default"/>
    <dgm:cxn modelId="{59313409-1D47-4419-A064-7D83D707FF34}" type="presParOf" srcId="{13FC7CD3-1B3D-4245-B41C-14891574B56B}" destId="{062D15C1-E5A6-4D5A-A0C3-80C72A962D8A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2024791-1E8A-46CD-8F31-921368E0DF15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16DB5AF-475D-40BB-8AB6-A7D65AAC810C}">
      <dgm:prSet/>
      <dgm:spPr/>
      <dgm:t>
        <a:bodyPr/>
        <a:lstStyle/>
        <a:p>
          <a:r>
            <a:rPr lang="en-US"/>
            <a:t>• Locks prevent conflicting operations.</a:t>
          </a:r>
        </a:p>
      </dgm:t>
    </dgm:pt>
    <dgm:pt modelId="{0756A0A2-44E1-4219-91B8-0F94EC7C78E4}" type="parTrans" cxnId="{D0B7CFFD-5B18-4CD3-AA80-E09A68D915A8}">
      <dgm:prSet/>
      <dgm:spPr/>
      <dgm:t>
        <a:bodyPr/>
        <a:lstStyle/>
        <a:p>
          <a:endParaRPr lang="en-US"/>
        </a:p>
      </dgm:t>
    </dgm:pt>
    <dgm:pt modelId="{3C6AA818-FF34-4281-BB33-ABCD2E80D0AB}" type="sibTrans" cxnId="{D0B7CFFD-5B18-4CD3-AA80-E09A68D915A8}">
      <dgm:prSet/>
      <dgm:spPr/>
      <dgm:t>
        <a:bodyPr/>
        <a:lstStyle/>
        <a:p>
          <a:endParaRPr lang="en-US"/>
        </a:p>
      </dgm:t>
    </dgm:pt>
    <dgm:pt modelId="{CF9F6BBD-3EB8-4AFC-B844-39D42227A211}">
      <dgm:prSet/>
      <dgm:spPr/>
      <dgm:t>
        <a:bodyPr/>
        <a:lstStyle/>
        <a:p>
          <a:r>
            <a:rPr lang="en-US"/>
            <a:t>• Lock Types: Shared, Exclusive, Update, Intent.</a:t>
          </a:r>
        </a:p>
      </dgm:t>
    </dgm:pt>
    <dgm:pt modelId="{15FF3FA7-0065-448B-A8B0-22EB598DFF88}" type="parTrans" cxnId="{39CF1F18-6C93-4410-962A-30F54F913108}">
      <dgm:prSet/>
      <dgm:spPr/>
      <dgm:t>
        <a:bodyPr/>
        <a:lstStyle/>
        <a:p>
          <a:endParaRPr lang="en-US"/>
        </a:p>
      </dgm:t>
    </dgm:pt>
    <dgm:pt modelId="{CD673846-E1E5-43A0-B628-DC23886405DB}" type="sibTrans" cxnId="{39CF1F18-6C93-4410-962A-30F54F913108}">
      <dgm:prSet/>
      <dgm:spPr/>
      <dgm:t>
        <a:bodyPr/>
        <a:lstStyle/>
        <a:p>
          <a:endParaRPr lang="en-US"/>
        </a:p>
      </dgm:t>
    </dgm:pt>
    <dgm:pt modelId="{EEFBB374-88E0-468F-A5CE-A5AECF900840}">
      <dgm:prSet/>
      <dgm:spPr/>
      <dgm:t>
        <a:bodyPr/>
        <a:lstStyle/>
        <a:p>
          <a:r>
            <a:rPr lang="en-US"/>
            <a:t>• Lock Granularity: Row, Page, Table.</a:t>
          </a:r>
        </a:p>
      </dgm:t>
    </dgm:pt>
    <dgm:pt modelId="{6956ADBD-EB12-4C42-B0F4-486D014F80E3}" type="parTrans" cxnId="{12679508-8D99-44F6-A627-B81EA63C56D9}">
      <dgm:prSet/>
      <dgm:spPr/>
      <dgm:t>
        <a:bodyPr/>
        <a:lstStyle/>
        <a:p>
          <a:endParaRPr lang="en-US"/>
        </a:p>
      </dgm:t>
    </dgm:pt>
    <dgm:pt modelId="{3719614C-B8A8-402F-8D53-B38D08E8E799}" type="sibTrans" cxnId="{12679508-8D99-44F6-A627-B81EA63C56D9}">
      <dgm:prSet/>
      <dgm:spPr/>
      <dgm:t>
        <a:bodyPr/>
        <a:lstStyle/>
        <a:p>
          <a:endParaRPr lang="en-US"/>
        </a:p>
      </dgm:t>
    </dgm:pt>
    <dgm:pt modelId="{A572F76C-8ED6-4692-B343-27319C983D3C}">
      <dgm:prSet/>
      <dgm:spPr/>
      <dgm:t>
        <a:bodyPr/>
        <a:lstStyle/>
        <a:p>
          <a:r>
            <a:rPr lang="en-US"/>
            <a:t>• Lock Escalation: Converts multiple smaller locks into a larger one.</a:t>
          </a:r>
        </a:p>
      </dgm:t>
    </dgm:pt>
    <dgm:pt modelId="{552E1219-9C22-4060-A8B0-9BF47FC95608}" type="parTrans" cxnId="{9D65AF32-893A-4086-91D5-89CB316C6E63}">
      <dgm:prSet/>
      <dgm:spPr/>
      <dgm:t>
        <a:bodyPr/>
        <a:lstStyle/>
        <a:p>
          <a:endParaRPr lang="en-US"/>
        </a:p>
      </dgm:t>
    </dgm:pt>
    <dgm:pt modelId="{7377AB4B-629A-4AEE-8E98-D6D5CD7FAD96}" type="sibTrans" cxnId="{9D65AF32-893A-4086-91D5-89CB316C6E63}">
      <dgm:prSet/>
      <dgm:spPr/>
      <dgm:t>
        <a:bodyPr/>
        <a:lstStyle/>
        <a:p>
          <a:endParaRPr lang="en-US"/>
        </a:p>
      </dgm:t>
    </dgm:pt>
    <dgm:pt modelId="{0664A0CD-80EE-44A7-A815-643A47085114}" type="pres">
      <dgm:prSet presAssocID="{F2024791-1E8A-46CD-8F31-921368E0DF15}" presName="diagram" presStyleCnt="0">
        <dgm:presLayoutVars>
          <dgm:dir/>
          <dgm:resizeHandles val="exact"/>
        </dgm:presLayoutVars>
      </dgm:prSet>
      <dgm:spPr/>
    </dgm:pt>
    <dgm:pt modelId="{E29D0493-E996-4F98-B59B-80503167CE0E}" type="pres">
      <dgm:prSet presAssocID="{716DB5AF-475D-40BB-8AB6-A7D65AAC810C}" presName="node" presStyleLbl="node1" presStyleIdx="0" presStyleCnt="4">
        <dgm:presLayoutVars>
          <dgm:bulletEnabled val="1"/>
        </dgm:presLayoutVars>
      </dgm:prSet>
      <dgm:spPr/>
    </dgm:pt>
    <dgm:pt modelId="{B0D3AD9F-2263-4FCD-A47D-F18D8D434EC8}" type="pres">
      <dgm:prSet presAssocID="{3C6AA818-FF34-4281-BB33-ABCD2E80D0AB}" presName="sibTrans" presStyleCnt="0"/>
      <dgm:spPr/>
    </dgm:pt>
    <dgm:pt modelId="{0B787F53-5AA6-4AE5-BF9E-3EEE7DAD993D}" type="pres">
      <dgm:prSet presAssocID="{CF9F6BBD-3EB8-4AFC-B844-39D42227A211}" presName="node" presStyleLbl="node1" presStyleIdx="1" presStyleCnt="4">
        <dgm:presLayoutVars>
          <dgm:bulletEnabled val="1"/>
        </dgm:presLayoutVars>
      </dgm:prSet>
      <dgm:spPr/>
    </dgm:pt>
    <dgm:pt modelId="{59479DA7-DC06-4348-98B1-CDB5B0101024}" type="pres">
      <dgm:prSet presAssocID="{CD673846-E1E5-43A0-B628-DC23886405DB}" presName="sibTrans" presStyleCnt="0"/>
      <dgm:spPr/>
    </dgm:pt>
    <dgm:pt modelId="{A3AFC795-2E5C-40DF-89CD-A8F3D7BF5C4E}" type="pres">
      <dgm:prSet presAssocID="{EEFBB374-88E0-468F-A5CE-A5AECF900840}" presName="node" presStyleLbl="node1" presStyleIdx="2" presStyleCnt="4">
        <dgm:presLayoutVars>
          <dgm:bulletEnabled val="1"/>
        </dgm:presLayoutVars>
      </dgm:prSet>
      <dgm:spPr/>
    </dgm:pt>
    <dgm:pt modelId="{6FC0F2D3-8006-47AC-B8AB-D7A9E913B911}" type="pres">
      <dgm:prSet presAssocID="{3719614C-B8A8-402F-8D53-B38D08E8E799}" presName="sibTrans" presStyleCnt="0"/>
      <dgm:spPr/>
    </dgm:pt>
    <dgm:pt modelId="{453D623F-005A-4B6F-9DD4-E581F64E014E}" type="pres">
      <dgm:prSet presAssocID="{A572F76C-8ED6-4692-B343-27319C983D3C}" presName="node" presStyleLbl="node1" presStyleIdx="3" presStyleCnt="4">
        <dgm:presLayoutVars>
          <dgm:bulletEnabled val="1"/>
        </dgm:presLayoutVars>
      </dgm:prSet>
      <dgm:spPr/>
    </dgm:pt>
  </dgm:ptLst>
  <dgm:cxnLst>
    <dgm:cxn modelId="{12679508-8D99-44F6-A627-B81EA63C56D9}" srcId="{F2024791-1E8A-46CD-8F31-921368E0DF15}" destId="{EEFBB374-88E0-468F-A5CE-A5AECF900840}" srcOrd="2" destOrd="0" parTransId="{6956ADBD-EB12-4C42-B0F4-486D014F80E3}" sibTransId="{3719614C-B8A8-402F-8D53-B38D08E8E799}"/>
    <dgm:cxn modelId="{39CF1F18-6C93-4410-962A-30F54F913108}" srcId="{F2024791-1E8A-46CD-8F31-921368E0DF15}" destId="{CF9F6BBD-3EB8-4AFC-B844-39D42227A211}" srcOrd="1" destOrd="0" parTransId="{15FF3FA7-0065-448B-A8B0-22EB598DFF88}" sibTransId="{CD673846-E1E5-43A0-B628-DC23886405DB}"/>
    <dgm:cxn modelId="{9D65AF32-893A-4086-91D5-89CB316C6E63}" srcId="{F2024791-1E8A-46CD-8F31-921368E0DF15}" destId="{A572F76C-8ED6-4692-B343-27319C983D3C}" srcOrd="3" destOrd="0" parTransId="{552E1219-9C22-4060-A8B0-9BF47FC95608}" sibTransId="{7377AB4B-629A-4AEE-8E98-D6D5CD7FAD96}"/>
    <dgm:cxn modelId="{06BA775E-B194-428C-B12A-CC20A748CB13}" type="presOf" srcId="{716DB5AF-475D-40BB-8AB6-A7D65AAC810C}" destId="{E29D0493-E996-4F98-B59B-80503167CE0E}" srcOrd="0" destOrd="0" presId="urn:microsoft.com/office/officeart/2005/8/layout/default"/>
    <dgm:cxn modelId="{A13D274F-1257-441A-B693-254DFC2134A7}" type="presOf" srcId="{EEFBB374-88E0-468F-A5CE-A5AECF900840}" destId="{A3AFC795-2E5C-40DF-89CD-A8F3D7BF5C4E}" srcOrd="0" destOrd="0" presId="urn:microsoft.com/office/officeart/2005/8/layout/default"/>
    <dgm:cxn modelId="{045B749A-4E41-4552-98D2-A7D9EA0DBFF9}" type="presOf" srcId="{F2024791-1E8A-46CD-8F31-921368E0DF15}" destId="{0664A0CD-80EE-44A7-A815-643A47085114}" srcOrd="0" destOrd="0" presId="urn:microsoft.com/office/officeart/2005/8/layout/default"/>
    <dgm:cxn modelId="{1342E0AE-5357-434D-BC8C-55370AB84486}" type="presOf" srcId="{CF9F6BBD-3EB8-4AFC-B844-39D42227A211}" destId="{0B787F53-5AA6-4AE5-BF9E-3EEE7DAD993D}" srcOrd="0" destOrd="0" presId="urn:microsoft.com/office/officeart/2005/8/layout/default"/>
    <dgm:cxn modelId="{C436FDF2-5852-4F62-A413-52F1C43D2808}" type="presOf" srcId="{A572F76C-8ED6-4692-B343-27319C983D3C}" destId="{453D623F-005A-4B6F-9DD4-E581F64E014E}" srcOrd="0" destOrd="0" presId="urn:microsoft.com/office/officeart/2005/8/layout/default"/>
    <dgm:cxn modelId="{D0B7CFFD-5B18-4CD3-AA80-E09A68D915A8}" srcId="{F2024791-1E8A-46CD-8F31-921368E0DF15}" destId="{716DB5AF-475D-40BB-8AB6-A7D65AAC810C}" srcOrd="0" destOrd="0" parTransId="{0756A0A2-44E1-4219-91B8-0F94EC7C78E4}" sibTransId="{3C6AA818-FF34-4281-BB33-ABCD2E80D0AB}"/>
    <dgm:cxn modelId="{2736DCCF-1740-4E14-B467-74FF14C3F133}" type="presParOf" srcId="{0664A0CD-80EE-44A7-A815-643A47085114}" destId="{E29D0493-E996-4F98-B59B-80503167CE0E}" srcOrd="0" destOrd="0" presId="urn:microsoft.com/office/officeart/2005/8/layout/default"/>
    <dgm:cxn modelId="{21FF9DD7-FA7E-4B78-AD70-7DBF7E991703}" type="presParOf" srcId="{0664A0CD-80EE-44A7-A815-643A47085114}" destId="{B0D3AD9F-2263-4FCD-A47D-F18D8D434EC8}" srcOrd="1" destOrd="0" presId="urn:microsoft.com/office/officeart/2005/8/layout/default"/>
    <dgm:cxn modelId="{2E1B7AE7-4D51-4D35-B171-75E6515470EF}" type="presParOf" srcId="{0664A0CD-80EE-44A7-A815-643A47085114}" destId="{0B787F53-5AA6-4AE5-BF9E-3EEE7DAD993D}" srcOrd="2" destOrd="0" presId="urn:microsoft.com/office/officeart/2005/8/layout/default"/>
    <dgm:cxn modelId="{1A920106-DBE9-4B79-AB87-8F2A5CA340DC}" type="presParOf" srcId="{0664A0CD-80EE-44A7-A815-643A47085114}" destId="{59479DA7-DC06-4348-98B1-CDB5B0101024}" srcOrd="3" destOrd="0" presId="urn:microsoft.com/office/officeart/2005/8/layout/default"/>
    <dgm:cxn modelId="{2438FA20-1EBD-40C8-9D97-6FAD57CF6F06}" type="presParOf" srcId="{0664A0CD-80EE-44A7-A815-643A47085114}" destId="{A3AFC795-2E5C-40DF-89CD-A8F3D7BF5C4E}" srcOrd="4" destOrd="0" presId="urn:microsoft.com/office/officeart/2005/8/layout/default"/>
    <dgm:cxn modelId="{2C618232-1891-4C05-91F8-D51B87926530}" type="presParOf" srcId="{0664A0CD-80EE-44A7-A815-643A47085114}" destId="{6FC0F2D3-8006-47AC-B8AB-D7A9E913B911}" srcOrd="5" destOrd="0" presId="urn:microsoft.com/office/officeart/2005/8/layout/default"/>
    <dgm:cxn modelId="{ECC8B081-8AC3-4A76-B8A6-1693AECBA9AD}" type="presParOf" srcId="{0664A0CD-80EE-44A7-A815-643A47085114}" destId="{453D623F-005A-4B6F-9DD4-E581F64E014E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814466C-06D6-41C4-8B4E-D4D7B091ADAB}" type="doc">
      <dgm:prSet loTypeId="urn:microsoft.com/office/officeart/2005/8/layout/vList2" loCatId="list" qsTypeId="urn:microsoft.com/office/officeart/2005/8/quickstyle/3d5" qsCatId="3D" csTypeId="urn:microsoft.com/office/officeart/2005/8/colors/accent1_3" csCatId="accent1"/>
      <dgm:spPr/>
      <dgm:t>
        <a:bodyPr/>
        <a:lstStyle/>
        <a:p>
          <a:endParaRPr lang="en-US"/>
        </a:p>
      </dgm:t>
    </dgm:pt>
    <dgm:pt modelId="{0D94AF6B-CBE8-4C97-B021-C3299256FDDA}">
      <dgm:prSet/>
      <dgm:spPr/>
      <dgm:t>
        <a:bodyPr/>
        <a:lstStyle/>
        <a:p>
          <a:r>
            <a:rPr lang="en-IN"/>
            <a:t>Nikhil Shah</a:t>
          </a:r>
          <a:endParaRPr lang="en-US"/>
        </a:p>
      </dgm:t>
    </dgm:pt>
    <dgm:pt modelId="{0E6A3AC3-02DD-4A14-9D2B-23A0FF8B056A}" type="parTrans" cxnId="{B9FA0504-F762-4622-A10C-BD4F51845E83}">
      <dgm:prSet/>
      <dgm:spPr/>
      <dgm:t>
        <a:bodyPr/>
        <a:lstStyle/>
        <a:p>
          <a:endParaRPr lang="en-US"/>
        </a:p>
      </dgm:t>
    </dgm:pt>
    <dgm:pt modelId="{CB4DE406-EE44-4465-B70B-54EB9226DE8B}" type="sibTrans" cxnId="{B9FA0504-F762-4622-A10C-BD4F51845E83}">
      <dgm:prSet/>
      <dgm:spPr/>
      <dgm:t>
        <a:bodyPr/>
        <a:lstStyle/>
        <a:p>
          <a:endParaRPr lang="en-US"/>
        </a:p>
      </dgm:t>
    </dgm:pt>
    <dgm:pt modelId="{ACC7B527-8190-4743-874B-9326DDFFF7AF}">
      <dgm:prSet/>
      <dgm:spPr/>
      <dgm:t>
        <a:bodyPr/>
        <a:lstStyle/>
        <a:p>
          <a:r>
            <a:rPr lang="en-IN">
              <a:hlinkClick xmlns:r="http://schemas.openxmlformats.org/officeDocument/2006/relationships" r:id="rId1"/>
            </a:rPr>
            <a:t>nikhilshah.net@hotmail.com</a:t>
          </a:r>
          <a:endParaRPr lang="en-US"/>
        </a:p>
      </dgm:t>
    </dgm:pt>
    <dgm:pt modelId="{E0EB8D37-1C2E-4EE9-B02C-DAD38B6C7943}" type="parTrans" cxnId="{59370C8A-FCD7-442B-BB65-BA92F6204089}">
      <dgm:prSet/>
      <dgm:spPr/>
      <dgm:t>
        <a:bodyPr/>
        <a:lstStyle/>
        <a:p>
          <a:endParaRPr lang="en-US"/>
        </a:p>
      </dgm:t>
    </dgm:pt>
    <dgm:pt modelId="{BEFFC3C8-C027-489D-825A-16D831B8D548}" type="sibTrans" cxnId="{59370C8A-FCD7-442B-BB65-BA92F6204089}">
      <dgm:prSet/>
      <dgm:spPr/>
      <dgm:t>
        <a:bodyPr/>
        <a:lstStyle/>
        <a:p>
          <a:endParaRPr lang="en-US"/>
        </a:p>
      </dgm:t>
    </dgm:pt>
    <dgm:pt modelId="{46807DD9-F6BC-4BCA-B47C-7450FA0A5A95}">
      <dgm:prSet/>
      <dgm:spPr/>
      <dgm:t>
        <a:bodyPr/>
        <a:lstStyle/>
        <a:p>
          <a:r>
            <a:rPr lang="en-IN">
              <a:hlinkClick xmlns:r="http://schemas.openxmlformats.org/officeDocument/2006/relationships" r:id="rId2"/>
            </a:rPr>
            <a:t>http://www.nikhilshah.in</a:t>
          </a:r>
          <a:endParaRPr lang="en-US"/>
        </a:p>
      </dgm:t>
    </dgm:pt>
    <dgm:pt modelId="{E71E4578-4983-452E-B935-F49F8FFBFADB}" type="parTrans" cxnId="{52AEEEDA-125F-47A9-B391-E1ED823990B2}">
      <dgm:prSet/>
      <dgm:spPr/>
      <dgm:t>
        <a:bodyPr/>
        <a:lstStyle/>
        <a:p>
          <a:endParaRPr lang="en-US"/>
        </a:p>
      </dgm:t>
    </dgm:pt>
    <dgm:pt modelId="{ADE516B7-A753-47A8-A5CB-0DB4A4CC7A39}" type="sibTrans" cxnId="{52AEEEDA-125F-47A9-B391-E1ED823990B2}">
      <dgm:prSet/>
      <dgm:spPr/>
      <dgm:t>
        <a:bodyPr/>
        <a:lstStyle/>
        <a:p>
          <a:endParaRPr lang="en-US"/>
        </a:p>
      </dgm:t>
    </dgm:pt>
    <dgm:pt modelId="{3501FCE0-FE64-4D28-9F3C-04F4232CEC1D}" type="pres">
      <dgm:prSet presAssocID="{5814466C-06D6-41C4-8B4E-D4D7B091ADAB}" presName="linear" presStyleCnt="0">
        <dgm:presLayoutVars>
          <dgm:animLvl val="lvl"/>
          <dgm:resizeHandles val="exact"/>
        </dgm:presLayoutVars>
      </dgm:prSet>
      <dgm:spPr/>
    </dgm:pt>
    <dgm:pt modelId="{2014992B-A2EA-4046-B8B7-F5D3CEFDE60A}" type="pres">
      <dgm:prSet presAssocID="{0D94AF6B-CBE8-4C97-B021-C3299256FDD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93FC6ED-CD3A-401D-8191-291242381621}" type="pres">
      <dgm:prSet presAssocID="{CB4DE406-EE44-4465-B70B-54EB9226DE8B}" presName="spacer" presStyleCnt="0"/>
      <dgm:spPr/>
    </dgm:pt>
    <dgm:pt modelId="{03C698D1-49ED-48D7-911A-B7FC5CA4B949}" type="pres">
      <dgm:prSet presAssocID="{ACC7B527-8190-4743-874B-9326DDFFF7A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CE3986B-BCE3-4B9E-AB31-EB2DEF767124}" type="pres">
      <dgm:prSet presAssocID="{BEFFC3C8-C027-489D-825A-16D831B8D548}" presName="spacer" presStyleCnt="0"/>
      <dgm:spPr/>
    </dgm:pt>
    <dgm:pt modelId="{D3EFF95D-765F-4F8C-B44A-F2E9480AFD70}" type="pres">
      <dgm:prSet presAssocID="{46807DD9-F6BC-4BCA-B47C-7450FA0A5A9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9FA0504-F762-4622-A10C-BD4F51845E83}" srcId="{5814466C-06D6-41C4-8B4E-D4D7B091ADAB}" destId="{0D94AF6B-CBE8-4C97-B021-C3299256FDDA}" srcOrd="0" destOrd="0" parTransId="{0E6A3AC3-02DD-4A14-9D2B-23A0FF8B056A}" sibTransId="{CB4DE406-EE44-4465-B70B-54EB9226DE8B}"/>
    <dgm:cxn modelId="{1F40832A-B437-4468-A273-8ADAC7B7EAAD}" type="presOf" srcId="{46807DD9-F6BC-4BCA-B47C-7450FA0A5A95}" destId="{D3EFF95D-765F-4F8C-B44A-F2E9480AFD70}" srcOrd="0" destOrd="0" presId="urn:microsoft.com/office/officeart/2005/8/layout/vList2"/>
    <dgm:cxn modelId="{2DB8EE71-8AA5-4852-B5BB-AAEE7029D051}" type="presOf" srcId="{0D94AF6B-CBE8-4C97-B021-C3299256FDDA}" destId="{2014992B-A2EA-4046-B8B7-F5D3CEFDE60A}" srcOrd="0" destOrd="0" presId="urn:microsoft.com/office/officeart/2005/8/layout/vList2"/>
    <dgm:cxn modelId="{59370C8A-FCD7-442B-BB65-BA92F6204089}" srcId="{5814466C-06D6-41C4-8B4E-D4D7B091ADAB}" destId="{ACC7B527-8190-4743-874B-9326DDFFF7AF}" srcOrd="1" destOrd="0" parTransId="{E0EB8D37-1C2E-4EE9-B02C-DAD38B6C7943}" sibTransId="{BEFFC3C8-C027-489D-825A-16D831B8D548}"/>
    <dgm:cxn modelId="{62F140B1-081A-4E68-AD35-D8AB2137ECF9}" type="presOf" srcId="{ACC7B527-8190-4743-874B-9326DDFFF7AF}" destId="{03C698D1-49ED-48D7-911A-B7FC5CA4B949}" srcOrd="0" destOrd="0" presId="urn:microsoft.com/office/officeart/2005/8/layout/vList2"/>
    <dgm:cxn modelId="{3C4399C8-8BFA-406F-9CFF-A68580FF648C}" type="presOf" srcId="{5814466C-06D6-41C4-8B4E-D4D7B091ADAB}" destId="{3501FCE0-FE64-4D28-9F3C-04F4232CEC1D}" srcOrd="0" destOrd="0" presId="urn:microsoft.com/office/officeart/2005/8/layout/vList2"/>
    <dgm:cxn modelId="{52AEEEDA-125F-47A9-B391-E1ED823990B2}" srcId="{5814466C-06D6-41C4-8B4E-D4D7B091ADAB}" destId="{46807DD9-F6BC-4BCA-B47C-7450FA0A5A95}" srcOrd="2" destOrd="0" parTransId="{E71E4578-4983-452E-B935-F49F8FFBFADB}" sibTransId="{ADE516B7-A753-47A8-A5CB-0DB4A4CC7A39}"/>
    <dgm:cxn modelId="{C8B85EA4-1C44-426C-880D-F4C2D2A07224}" type="presParOf" srcId="{3501FCE0-FE64-4D28-9F3C-04F4232CEC1D}" destId="{2014992B-A2EA-4046-B8B7-F5D3CEFDE60A}" srcOrd="0" destOrd="0" presId="urn:microsoft.com/office/officeart/2005/8/layout/vList2"/>
    <dgm:cxn modelId="{0CCE16D6-78C3-46E6-8D3D-D6DECF248F8A}" type="presParOf" srcId="{3501FCE0-FE64-4D28-9F3C-04F4232CEC1D}" destId="{593FC6ED-CD3A-401D-8191-291242381621}" srcOrd="1" destOrd="0" presId="urn:microsoft.com/office/officeart/2005/8/layout/vList2"/>
    <dgm:cxn modelId="{E0DDCF82-917F-4EA4-B20E-5DE577FCD3A0}" type="presParOf" srcId="{3501FCE0-FE64-4D28-9F3C-04F4232CEC1D}" destId="{03C698D1-49ED-48D7-911A-B7FC5CA4B949}" srcOrd="2" destOrd="0" presId="urn:microsoft.com/office/officeart/2005/8/layout/vList2"/>
    <dgm:cxn modelId="{A3698FC1-5F68-4543-A64B-3415BB579D47}" type="presParOf" srcId="{3501FCE0-FE64-4D28-9F3C-04F4232CEC1D}" destId="{ACE3986B-BCE3-4B9E-AB31-EB2DEF767124}" srcOrd="3" destOrd="0" presId="urn:microsoft.com/office/officeart/2005/8/layout/vList2"/>
    <dgm:cxn modelId="{9A786FBB-636C-4A19-A68E-6F039130A94A}" type="presParOf" srcId="{3501FCE0-FE64-4D28-9F3C-04F4232CEC1D}" destId="{D3EFF95D-765F-4F8C-B44A-F2E9480AFD7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BBCAF5-7E91-4129-B1DC-8C32CC4CA730}">
      <dsp:nvSpPr>
        <dsp:cNvPr id="0" name=""/>
        <dsp:cNvSpPr/>
      </dsp:nvSpPr>
      <dsp:spPr>
        <a:xfrm>
          <a:off x="0" y="106410"/>
          <a:ext cx="5175384" cy="7160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SQL Server is a relational database management system (RDBMS) developed by Microsoft.</a:t>
          </a:r>
        </a:p>
      </dsp:txBody>
      <dsp:txXfrm>
        <a:off x="34954" y="141364"/>
        <a:ext cx="5105476" cy="646132"/>
      </dsp:txXfrm>
    </dsp:sp>
    <dsp:sp modelId="{61B2A231-AEBC-4B85-AE14-CD89A930D50F}">
      <dsp:nvSpPr>
        <dsp:cNvPr id="0" name=""/>
        <dsp:cNvSpPr/>
      </dsp:nvSpPr>
      <dsp:spPr>
        <a:xfrm>
          <a:off x="0" y="874290"/>
          <a:ext cx="5175384" cy="716040"/>
        </a:xfrm>
        <a:prstGeom prst="roundRect">
          <a:avLst/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Supports OLTP, OLAP, and hybrid workloads.</a:t>
          </a:r>
        </a:p>
      </dsp:txBody>
      <dsp:txXfrm>
        <a:off x="34954" y="909244"/>
        <a:ext cx="5105476" cy="646132"/>
      </dsp:txXfrm>
    </dsp:sp>
    <dsp:sp modelId="{832945EC-C73B-4364-AA71-9BB52BE3C87F}">
      <dsp:nvSpPr>
        <dsp:cNvPr id="0" name=""/>
        <dsp:cNvSpPr/>
      </dsp:nvSpPr>
      <dsp:spPr>
        <a:xfrm>
          <a:off x="0" y="1642170"/>
          <a:ext cx="5175384" cy="71604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Core components include:</a:t>
          </a:r>
        </a:p>
      </dsp:txBody>
      <dsp:txXfrm>
        <a:off x="34954" y="1677124"/>
        <a:ext cx="5105476" cy="646132"/>
      </dsp:txXfrm>
    </dsp:sp>
    <dsp:sp modelId="{EE4D6D46-5FD7-4A62-AB46-7B85AC00E8DA}">
      <dsp:nvSpPr>
        <dsp:cNvPr id="0" name=""/>
        <dsp:cNvSpPr/>
      </dsp:nvSpPr>
      <dsp:spPr>
        <a:xfrm>
          <a:off x="0" y="2410050"/>
          <a:ext cx="5175384" cy="71604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Database Engine</a:t>
          </a:r>
        </a:p>
      </dsp:txBody>
      <dsp:txXfrm>
        <a:off x="34954" y="2445004"/>
        <a:ext cx="5105476" cy="646132"/>
      </dsp:txXfrm>
    </dsp:sp>
    <dsp:sp modelId="{7483CF03-41A5-4C18-89EB-C622AE3AE59E}">
      <dsp:nvSpPr>
        <dsp:cNvPr id="0" name=""/>
        <dsp:cNvSpPr/>
      </dsp:nvSpPr>
      <dsp:spPr>
        <a:xfrm>
          <a:off x="0" y="3177930"/>
          <a:ext cx="5175384" cy="71604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SQL OS (Operating System layer)</a:t>
          </a:r>
        </a:p>
      </dsp:txBody>
      <dsp:txXfrm>
        <a:off x="34954" y="3212884"/>
        <a:ext cx="5105476" cy="646132"/>
      </dsp:txXfrm>
    </dsp:sp>
    <dsp:sp modelId="{412095CF-9C59-4706-94AB-778A829C4A7D}">
      <dsp:nvSpPr>
        <dsp:cNvPr id="0" name=""/>
        <dsp:cNvSpPr/>
      </dsp:nvSpPr>
      <dsp:spPr>
        <a:xfrm>
          <a:off x="0" y="3945810"/>
          <a:ext cx="5175384" cy="716040"/>
        </a:xfrm>
        <a:prstGeom prst="roundRect">
          <a:avLst/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Storage Engine</a:t>
          </a:r>
        </a:p>
      </dsp:txBody>
      <dsp:txXfrm>
        <a:off x="34954" y="3980764"/>
        <a:ext cx="5105476" cy="646132"/>
      </dsp:txXfrm>
    </dsp:sp>
    <dsp:sp modelId="{52E0A0DD-69F8-4226-BCF2-200B0C5066CA}">
      <dsp:nvSpPr>
        <dsp:cNvPr id="0" name=""/>
        <dsp:cNvSpPr/>
      </dsp:nvSpPr>
      <dsp:spPr>
        <a:xfrm>
          <a:off x="0" y="4713690"/>
          <a:ext cx="5175384" cy="71604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Query Processor</a:t>
          </a:r>
        </a:p>
      </dsp:txBody>
      <dsp:txXfrm>
        <a:off x="34954" y="4748644"/>
        <a:ext cx="5105476" cy="6461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87B39B-5EF0-4CB4-A87B-ACFA4E676088}">
      <dsp:nvSpPr>
        <dsp:cNvPr id="0" name=""/>
        <dsp:cNvSpPr/>
      </dsp:nvSpPr>
      <dsp:spPr>
        <a:xfrm>
          <a:off x="0" y="67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92EF4B-4D01-4267-A3AA-5AFE6A2A3CE5}">
      <dsp:nvSpPr>
        <dsp:cNvPr id="0" name=""/>
        <dsp:cNvSpPr/>
      </dsp:nvSpPr>
      <dsp:spPr>
        <a:xfrm>
          <a:off x="0" y="675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A database is a collection of objects (tables, views, stored procedures, etc.).</a:t>
          </a:r>
        </a:p>
      </dsp:txBody>
      <dsp:txXfrm>
        <a:off x="0" y="675"/>
        <a:ext cx="5175384" cy="790684"/>
      </dsp:txXfrm>
    </dsp:sp>
    <dsp:sp modelId="{F510F244-CF34-43D3-B5DB-B8D84D257F7A}">
      <dsp:nvSpPr>
        <dsp:cNvPr id="0" name=""/>
        <dsp:cNvSpPr/>
      </dsp:nvSpPr>
      <dsp:spPr>
        <a:xfrm>
          <a:off x="0" y="79135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592565-84F3-4391-8A7A-58649F67CE00}">
      <dsp:nvSpPr>
        <dsp:cNvPr id="0" name=""/>
        <dsp:cNvSpPr/>
      </dsp:nvSpPr>
      <dsp:spPr>
        <a:xfrm>
          <a:off x="0" y="791359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Primary components:</a:t>
          </a:r>
        </a:p>
      </dsp:txBody>
      <dsp:txXfrm>
        <a:off x="0" y="791359"/>
        <a:ext cx="5175384" cy="790684"/>
      </dsp:txXfrm>
    </dsp:sp>
    <dsp:sp modelId="{1D624D33-BBEE-4734-B9F5-390621CE1389}">
      <dsp:nvSpPr>
        <dsp:cNvPr id="0" name=""/>
        <dsp:cNvSpPr/>
      </dsp:nvSpPr>
      <dsp:spPr>
        <a:xfrm>
          <a:off x="0" y="1582044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4F99CA-D767-4EE2-B67D-E5ECC5F98D1A}">
      <dsp:nvSpPr>
        <dsp:cNvPr id="0" name=""/>
        <dsp:cNvSpPr/>
      </dsp:nvSpPr>
      <dsp:spPr>
        <a:xfrm>
          <a:off x="0" y="1582044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Data Files (.mdf) – Main data storage.</a:t>
          </a:r>
        </a:p>
      </dsp:txBody>
      <dsp:txXfrm>
        <a:off x="0" y="1582044"/>
        <a:ext cx="5175384" cy="790684"/>
      </dsp:txXfrm>
    </dsp:sp>
    <dsp:sp modelId="{FA27A085-07D7-4268-846B-910BDD9DE083}">
      <dsp:nvSpPr>
        <dsp:cNvPr id="0" name=""/>
        <dsp:cNvSpPr/>
      </dsp:nvSpPr>
      <dsp:spPr>
        <a:xfrm>
          <a:off x="0" y="2372728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9CE03D-26FE-461C-93DA-65DBB8A8AC9A}">
      <dsp:nvSpPr>
        <dsp:cNvPr id="0" name=""/>
        <dsp:cNvSpPr/>
      </dsp:nvSpPr>
      <dsp:spPr>
        <a:xfrm>
          <a:off x="0" y="2372728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Secondary Files (.ndf) – Optional for large databases.</a:t>
          </a:r>
        </a:p>
      </dsp:txBody>
      <dsp:txXfrm>
        <a:off x="0" y="2372728"/>
        <a:ext cx="5175384" cy="790684"/>
      </dsp:txXfrm>
    </dsp:sp>
    <dsp:sp modelId="{1C20AC9B-FF56-4F88-AFA6-2350DC2D43C8}">
      <dsp:nvSpPr>
        <dsp:cNvPr id="0" name=""/>
        <dsp:cNvSpPr/>
      </dsp:nvSpPr>
      <dsp:spPr>
        <a:xfrm>
          <a:off x="0" y="3163412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FEA24F-F8F8-45D9-B6EB-B0BFC8CEB86C}">
      <dsp:nvSpPr>
        <dsp:cNvPr id="0" name=""/>
        <dsp:cNvSpPr/>
      </dsp:nvSpPr>
      <dsp:spPr>
        <a:xfrm>
          <a:off x="0" y="3163412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Transaction Log Files (.ldf) – Records all transactions.</a:t>
          </a:r>
        </a:p>
      </dsp:txBody>
      <dsp:txXfrm>
        <a:off x="0" y="3163412"/>
        <a:ext cx="5175384" cy="790684"/>
      </dsp:txXfrm>
    </dsp:sp>
    <dsp:sp modelId="{92471E78-986F-4D06-8A1B-358A5DBF4CB8}">
      <dsp:nvSpPr>
        <dsp:cNvPr id="0" name=""/>
        <dsp:cNvSpPr/>
      </dsp:nvSpPr>
      <dsp:spPr>
        <a:xfrm>
          <a:off x="0" y="3954096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DF8128-9ED4-44EB-B833-EC1B88D076BB}">
      <dsp:nvSpPr>
        <dsp:cNvPr id="0" name=""/>
        <dsp:cNvSpPr/>
      </dsp:nvSpPr>
      <dsp:spPr>
        <a:xfrm>
          <a:off x="0" y="3954096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Filegroups: Logical grouping of files for efficient storage management.</a:t>
          </a:r>
        </a:p>
      </dsp:txBody>
      <dsp:txXfrm>
        <a:off x="0" y="3954096"/>
        <a:ext cx="5175384" cy="790684"/>
      </dsp:txXfrm>
    </dsp:sp>
    <dsp:sp modelId="{0B221114-5C07-4EA9-9081-11F28EC00A99}">
      <dsp:nvSpPr>
        <dsp:cNvPr id="0" name=""/>
        <dsp:cNvSpPr/>
      </dsp:nvSpPr>
      <dsp:spPr>
        <a:xfrm>
          <a:off x="0" y="474478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CA11DB-2D3C-4AAE-B763-2693EE647F67}">
      <dsp:nvSpPr>
        <dsp:cNvPr id="0" name=""/>
        <dsp:cNvSpPr/>
      </dsp:nvSpPr>
      <dsp:spPr>
        <a:xfrm>
          <a:off x="0" y="4744781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System Databases: Master, Model, MSDB, TempDB.</a:t>
          </a:r>
        </a:p>
      </dsp:txBody>
      <dsp:txXfrm>
        <a:off x="0" y="4744781"/>
        <a:ext cx="5175384" cy="7906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A68C5C-8943-4FD3-ACB2-372C6D96F263}">
      <dsp:nvSpPr>
        <dsp:cNvPr id="0" name=""/>
        <dsp:cNvSpPr/>
      </dsp:nvSpPr>
      <dsp:spPr>
        <a:xfrm>
          <a:off x="242853" y="691"/>
          <a:ext cx="2041648" cy="122498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Transaction log ensures ACID compliance.</a:t>
          </a:r>
        </a:p>
      </dsp:txBody>
      <dsp:txXfrm>
        <a:off x="242853" y="691"/>
        <a:ext cx="2041648" cy="1224988"/>
      </dsp:txXfrm>
    </dsp:sp>
    <dsp:sp modelId="{07E4DBEB-8E35-4B5B-814A-2B91E515A988}">
      <dsp:nvSpPr>
        <dsp:cNvPr id="0" name=""/>
        <dsp:cNvSpPr/>
      </dsp:nvSpPr>
      <dsp:spPr>
        <a:xfrm>
          <a:off x="2488666" y="691"/>
          <a:ext cx="2041648" cy="1224988"/>
        </a:xfrm>
        <a:prstGeom prst="rect">
          <a:avLst/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Every database has at least one .ldf file.</a:t>
          </a:r>
        </a:p>
      </dsp:txBody>
      <dsp:txXfrm>
        <a:off x="2488666" y="691"/>
        <a:ext cx="2041648" cy="1224988"/>
      </dsp:txXfrm>
    </dsp:sp>
    <dsp:sp modelId="{227B6587-BE53-4D15-BB18-05BDF62229DD}">
      <dsp:nvSpPr>
        <dsp:cNvPr id="0" name=""/>
        <dsp:cNvSpPr/>
      </dsp:nvSpPr>
      <dsp:spPr>
        <a:xfrm>
          <a:off x="242853" y="1429844"/>
          <a:ext cx="2041648" cy="1224988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Functions:</a:t>
          </a:r>
        </a:p>
      </dsp:txBody>
      <dsp:txXfrm>
        <a:off x="242853" y="1429844"/>
        <a:ext cx="2041648" cy="1224988"/>
      </dsp:txXfrm>
    </dsp:sp>
    <dsp:sp modelId="{EAFE2E81-1AC8-4F83-B14C-798868DBCB6E}">
      <dsp:nvSpPr>
        <dsp:cNvPr id="0" name=""/>
        <dsp:cNvSpPr/>
      </dsp:nvSpPr>
      <dsp:spPr>
        <a:xfrm>
          <a:off x="2488666" y="1429844"/>
          <a:ext cx="2041648" cy="1224988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Records all transactions sequentially.</a:t>
          </a:r>
        </a:p>
      </dsp:txBody>
      <dsp:txXfrm>
        <a:off x="2488666" y="1429844"/>
        <a:ext cx="2041648" cy="1224988"/>
      </dsp:txXfrm>
    </dsp:sp>
    <dsp:sp modelId="{B4FC8EF9-1458-40A6-AD31-A4B2AD51FCF4}">
      <dsp:nvSpPr>
        <dsp:cNvPr id="0" name=""/>
        <dsp:cNvSpPr/>
      </dsp:nvSpPr>
      <dsp:spPr>
        <a:xfrm>
          <a:off x="242853" y="2858998"/>
          <a:ext cx="2041648" cy="1224988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Supports rollback and recovery.</a:t>
          </a:r>
        </a:p>
      </dsp:txBody>
      <dsp:txXfrm>
        <a:off x="242853" y="2858998"/>
        <a:ext cx="2041648" cy="1224988"/>
      </dsp:txXfrm>
    </dsp:sp>
    <dsp:sp modelId="{A20344FE-6084-45E6-808B-DCF26A357966}">
      <dsp:nvSpPr>
        <dsp:cNvPr id="0" name=""/>
        <dsp:cNvSpPr/>
      </dsp:nvSpPr>
      <dsp:spPr>
        <a:xfrm>
          <a:off x="2488666" y="2858998"/>
          <a:ext cx="2041648" cy="1224988"/>
        </a:xfrm>
        <a:prstGeom prst="rect">
          <a:avLst/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Virtual Log Files (VLFs): Internal divisions within log file for management.</a:t>
          </a:r>
        </a:p>
      </dsp:txBody>
      <dsp:txXfrm>
        <a:off x="2488666" y="2858998"/>
        <a:ext cx="2041648" cy="1224988"/>
      </dsp:txXfrm>
    </dsp:sp>
    <dsp:sp modelId="{8E987B98-F57D-4722-8617-ADC4C84AEEAF}">
      <dsp:nvSpPr>
        <dsp:cNvPr id="0" name=""/>
        <dsp:cNvSpPr/>
      </dsp:nvSpPr>
      <dsp:spPr>
        <a:xfrm>
          <a:off x="1365759" y="4288152"/>
          <a:ext cx="2041648" cy="1224988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Log truncation: Removes inactive VLFs to free space.</a:t>
          </a:r>
        </a:p>
      </dsp:txBody>
      <dsp:txXfrm>
        <a:off x="1365759" y="4288152"/>
        <a:ext cx="2041648" cy="122498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AB574D-BD2F-444D-83E5-BBAE8E817ED0}">
      <dsp:nvSpPr>
        <dsp:cNvPr id="0" name=""/>
        <dsp:cNvSpPr/>
      </dsp:nvSpPr>
      <dsp:spPr>
        <a:xfrm>
          <a:off x="420047" y="2588"/>
          <a:ext cx="1975402" cy="118524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 SQL Server dynamically manages memory.</a:t>
          </a:r>
        </a:p>
      </dsp:txBody>
      <dsp:txXfrm>
        <a:off x="420047" y="2588"/>
        <a:ext cx="1975402" cy="1185241"/>
      </dsp:txXfrm>
    </dsp:sp>
    <dsp:sp modelId="{4B67764C-8059-4C38-AEC7-A6DE2A81FE3C}">
      <dsp:nvSpPr>
        <dsp:cNvPr id="0" name=""/>
        <dsp:cNvSpPr/>
      </dsp:nvSpPr>
      <dsp:spPr>
        <a:xfrm>
          <a:off x="2592990" y="2588"/>
          <a:ext cx="1975402" cy="1185241"/>
        </a:xfrm>
        <a:prstGeom prst="rect">
          <a:avLst/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Main memory components:</a:t>
          </a:r>
        </a:p>
      </dsp:txBody>
      <dsp:txXfrm>
        <a:off x="2592990" y="2588"/>
        <a:ext cx="1975402" cy="1185241"/>
      </dsp:txXfrm>
    </dsp:sp>
    <dsp:sp modelId="{107693B8-3355-4D46-9F3B-2C62684E0AAA}">
      <dsp:nvSpPr>
        <dsp:cNvPr id="0" name=""/>
        <dsp:cNvSpPr/>
      </dsp:nvSpPr>
      <dsp:spPr>
        <a:xfrm>
          <a:off x="420047" y="1385370"/>
          <a:ext cx="1975402" cy="1185241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Buffer Pool – Caches data and index pages.</a:t>
          </a:r>
        </a:p>
      </dsp:txBody>
      <dsp:txXfrm>
        <a:off x="420047" y="1385370"/>
        <a:ext cx="1975402" cy="1185241"/>
      </dsp:txXfrm>
    </dsp:sp>
    <dsp:sp modelId="{DB7CDF1C-3DC7-4B7A-82C4-2C765B869B68}">
      <dsp:nvSpPr>
        <dsp:cNvPr id="0" name=""/>
        <dsp:cNvSpPr/>
      </dsp:nvSpPr>
      <dsp:spPr>
        <a:xfrm>
          <a:off x="2592990" y="1385370"/>
          <a:ext cx="1975402" cy="1185241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Plan Cache – Stores compiled query execution plans.</a:t>
          </a:r>
        </a:p>
      </dsp:txBody>
      <dsp:txXfrm>
        <a:off x="2592990" y="1385370"/>
        <a:ext cx="1975402" cy="1185241"/>
      </dsp:txXfrm>
    </dsp:sp>
    <dsp:sp modelId="{0B452C7B-A307-42AF-B9F2-1715134481A0}">
      <dsp:nvSpPr>
        <dsp:cNvPr id="0" name=""/>
        <dsp:cNvSpPr/>
      </dsp:nvSpPr>
      <dsp:spPr>
        <a:xfrm>
          <a:off x="420047" y="2768152"/>
          <a:ext cx="1975402" cy="1185241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Procedure Cache – Keeps stored procedure plans.</a:t>
          </a:r>
        </a:p>
      </dsp:txBody>
      <dsp:txXfrm>
        <a:off x="420047" y="2768152"/>
        <a:ext cx="1975402" cy="1185241"/>
      </dsp:txXfrm>
    </dsp:sp>
    <dsp:sp modelId="{41FF6D63-6E2B-4A7A-8C8B-DBF1D2F586CF}">
      <dsp:nvSpPr>
        <dsp:cNvPr id="0" name=""/>
        <dsp:cNvSpPr/>
      </dsp:nvSpPr>
      <dsp:spPr>
        <a:xfrm>
          <a:off x="2592990" y="2768152"/>
          <a:ext cx="1975402" cy="1185241"/>
        </a:xfrm>
        <a:prstGeom prst="rect">
          <a:avLst/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Lock Manager Memory – For managing locks.</a:t>
          </a:r>
        </a:p>
      </dsp:txBody>
      <dsp:txXfrm>
        <a:off x="2592990" y="2768152"/>
        <a:ext cx="1975402" cy="1185241"/>
      </dsp:txXfrm>
    </dsp:sp>
    <dsp:sp modelId="{062D15C1-E5A6-4D5A-A0C3-80C72A962D8A}">
      <dsp:nvSpPr>
        <dsp:cNvPr id="0" name=""/>
        <dsp:cNvSpPr/>
      </dsp:nvSpPr>
      <dsp:spPr>
        <a:xfrm>
          <a:off x="1506518" y="4150934"/>
          <a:ext cx="1975402" cy="1185241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Memory Areas: Reserved, Committed, Free, Stolen.</a:t>
          </a:r>
        </a:p>
      </dsp:txBody>
      <dsp:txXfrm>
        <a:off x="1506518" y="4150934"/>
        <a:ext cx="1975402" cy="118524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9D0493-E996-4F98-B59B-80503167CE0E}">
      <dsp:nvSpPr>
        <dsp:cNvPr id="0" name=""/>
        <dsp:cNvSpPr/>
      </dsp:nvSpPr>
      <dsp:spPr>
        <a:xfrm>
          <a:off x="608" y="1125718"/>
          <a:ext cx="2374867" cy="142492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Locks prevent conflicting operations.</a:t>
          </a:r>
        </a:p>
      </dsp:txBody>
      <dsp:txXfrm>
        <a:off x="608" y="1125718"/>
        <a:ext cx="2374867" cy="1424920"/>
      </dsp:txXfrm>
    </dsp:sp>
    <dsp:sp modelId="{0B787F53-5AA6-4AE5-BF9E-3EEE7DAD993D}">
      <dsp:nvSpPr>
        <dsp:cNvPr id="0" name=""/>
        <dsp:cNvSpPr/>
      </dsp:nvSpPr>
      <dsp:spPr>
        <a:xfrm>
          <a:off x="2612963" y="1125718"/>
          <a:ext cx="2374867" cy="1424920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Lock Types: Shared, Exclusive, Update, Intent.</a:t>
          </a:r>
        </a:p>
      </dsp:txBody>
      <dsp:txXfrm>
        <a:off x="2612963" y="1125718"/>
        <a:ext cx="2374867" cy="1424920"/>
      </dsp:txXfrm>
    </dsp:sp>
    <dsp:sp modelId="{A3AFC795-2E5C-40DF-89CD-A8F3D7BF5C4E}">
      <dsp:nvSpPr>
        <dsp:cNvPr id="0" name=""/>
        <dsp:cNvSpPr/>
      </dsp:nvSpPr>
      <dsp:spPr>
        <a:xfrm>
          <a:off x="608" y="2788125"/>
          <a:ext cx="2374867" cy="1424920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Lock Granularity: Row, Page, Table.</a:t>
          </a:r>
        </a:p>
      </dsp:txBody>
      <dsp:txXfrm>
        <a:off x="608" y="2788125"/>
        <a:ext cx="2374867" cy="1424920"/>
      </dsp:txXfrm>
    </dsp:sp>
    <dsp:sp modelId="{453D623F-005A-4B6F-9DD4-E581F64E014E}">
      <dsp:nvSpPr>
        <dsp:cNvPr id="0" name=""/>
        <dsp:cNvSpPr/>
      </dsp:nvSpPr>
      <dsp:spPr>
        <a:xfrm>
          <a:off x="2612963" y="2788125"/>
          <a:ext cx="2374867" cy="1424920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Lock Escalation: Converts multiple smaller locks into a larger one.</a:t>
          </a:r>
        </a:p>
      </dsp:txBody>
      <dsp:txXfrm>
        <a:off x="2612963" y="2788125"/>
        <a:ext cx="2374867" cy="142492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14992B-A2EA-4046-B8B7-F5D3CEFDE60A}">
      <dsp:nvSpPr>
        <dsp:cNvPr id="0" name=""/>
        <dsp:cNvSpPr/>
      </dsp:nvSpPr>
      <dsp:spPr>
        <a:xfrm>
          <a:off x="0" y="1522377"/>
          <a:ext cx="5000124" cy="743535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/>
            <a:t>Nikhil Shah</a:t>
          </a:r>
          <a:endParaRPr lang="en-US" sz="3100" kern="1200"/>
        </a:p>
      </dsp:txBody>
      <dsp:txXfrm>
        <a:off x="36296" y="1558673"/>
        <a:ext cx="4927532" cy="670943"/>
      </dsp:txXfrm>
    </dsp:sp>
    <dsp:sp modelId="{03C698D1-49ED-48D7-911A-B7FC5CA4B949}">
      <dsp:nvSpPr>
        <dsp:cNvPr id="0" name=""/>
        <dsp:cNvSpPr/>
      </dsp:nvSpPr>
      <dsp:spPr>
        <a:xfrm>
          <a:off x="0" y="2355192"/>
          <a:ext cx="5000124" cy="743535"/>
        </a:xfrm>
        <a:prstGeom prst="roundRect">
          <a:avLst/>
        </a:prstGeom>
        <a:solidFill>
          <a:schemeClr val="accent1">
            <a:shade val="80000"/>
            <a:hueOff val="153123"/>
            <a:satOff val="-2196"/>
            <a:lumOff val="12807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>
              <a:hlinkClick xmlns:r="http://schemas.openxmlformats.org/officeDocument/2006/relationships" r:id="rId1"/>
            </a:rPr>
            <a:t>nikhilshah.net@hotmail.com</a:t>
          </a:r>
          <a:endParaRPr lang="en-US" sz="3100" kern="1200"/>
        </a:p>
      </dsp:txBody>
      <dsp:txXfrm>
        <a:off x="36296" y="2391488"/>
        <a:ext cx="4927532" cy="670943"/>
      </dsp:txXfrm>
    </dsp:sp>
    <dsp:sp modelId="{D3EFF95D-765F-4F8C-B44A-F2E9480AFD70}">
      <dsp:nvSpPr>
        <dsp:cNvPr id="0" name=""/>
        <dsp:cNvSpPr/>
      </dsp:nvSpPr>
      <dsp:spPr>
        <a:xfrm>
          <a:off x="0" y="3188007"/>
          <a:ext cx="5000124" cy="743535"/>
        </a:xfrm>
        <a:prstGeom prst="roundRect">
          <a:avLst/>
        </a:prstGeom>
        <a:solidFill>
          <a:schemeClr val="accent1">
            <a:shade val="80000"/>
            <a:hueOff val="306246"/>
            <a:satOff val="-4392"/>
            <a:lumOff val="25615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>
              <a:hlinkClick xmlns:r="http://schemas.openxmlformats.org/officeDocument/2006/relationships" r:id="rId2"/>
            </a:rPr>
            <a:t>http://www.nikhilshah.in</a:t>
          </a:r>
          <a:endParaRPr lang="en-US" sz="3100" kern="1200"/>
        </a:p>
      </dsp:txBody>
      <dsp:txXfrm>
        <a:off x="36296" y="3224303"/>
        <a:ext cx="4927532" cy="6709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3CC831D3-67ED-B7EE-6851-0A9464E137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r="25000" b="-446"/>
          <a:stretch>
            <a:fillRect/>
          </a:stretch>
        </p:blipFill>
        <p:spPr>
          <a:xfrm>
            <a:off x="20" y="10"/>
            <a:ext cx="914397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19465" y="-2819458"/>
            <a:ext cx="3512260" cy="9151192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1137434"/>
            <a:ext cx="5850495" cy="15209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>
                <a:solidFill>
                  <a:srgbClr val="FFFFFF"/>
                </a:solidFill>
              </a:rPr>
              <a:t>Module 1: SQL Server Database Architecture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355769" y="1075816"/>
            <a:ext cx="2425271" cy="9151191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4293441"/>
            <a:ext cx="4721499" cy="1588514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>
                <a:solidFill>
                  <a:srgbClr val="FFFFFF"/>
                </a:solidFill>
              </a:rPr>
              <a:t>Objective: Understand high-level architecture and key internal components of SQL Server.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4700"/>
              <a:t>SQL Server Overview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6F5E21AA-245C-02FA-E004-04619EFFAF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1285410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3600"/>
              <a:t>Concept and Architecture of Database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B6CB46-FAE0-07BC-5BE1-77FD9D53C8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2412280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Concept and Architecture of Transaction Log File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FA480D-72FE-E521-B8C5-DEAA218067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653417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371600"/>
            <a:ext cx="3396984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685801"/>
            <a:ext cx="2621145" cy="5491162"/>
          </a:xfrm>
        </p:spPr>
        <p:txBody>
          <a:bodyPr>
            <a:normAutofit/>
          </a:bodyPr>
          <a:lstStyle/>
          <a:p>
            <a:r>
              <a:rPr lang="en-US" sz="3700"/>
              <a:t>Concept and Architecture of SQL Server Memory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42503F1-B6E3-31FA-37E1-AB26AFE134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2142441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371600"/>
            <a:ext cx="3396984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685801"/>
            <a:ext cx="2621145" cy="5491162"/>
          </a:xfrm>
        </p:spPr>
        <p:txBody>
          <a:bodyPr>
            <a:normAutofit/>
          </a:bodyPr>
          <a:lstStyle/>
          <a:p>
            <a:r>
              <a:rPr lang="en-US" sz="3700"/>
              <a:t>Concept and Architecture of Locks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2A3C66-02F4-1D30-63AE-BED56885C1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4836754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IN" sz="3850"/>
              <a:t>Transaction Isolation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r>
              <a:rPr lang="en-US" sz="1900"/>
              <a:t>• Define how and when changes are visible to other transactions.</a:t>
            </a:r>
          </a:p>
          <a:p>
            <a:r>
              <a:rPr lang="en-US" sz="1900"/>
              <a:t>• Isolation Levels:</a:t>
            </a:r>
          </a:p>
          <a:p>
            <a:r>
              <a:rPr lang="en-US" sz="1900"/>
              <a:t>  1. Read Uncommitted – Dirty reads possible.</a:t>
            </a:r>
          </a:p>
          <a:p>
            <a:r>
              <a:rPr lang="en-US" sz="1900"/>
              <a:t>  2. Read Committed – Prevents dirty reads.</a:t>
            </a:r>
          </a:p>
          <a:p>
            <a:r>
              <a:rPr lang="en-US" sz="1900"/>
              <a:t>  3. Repeatable Read – Prevents non-repeatable reads.</a:t>
            </a:r>
          </a:p>
          <a:p>
            <a:r>
              <a:rPr lang="en-US" sz="1900"/>
              <a:t>  4. Serializable – Prevents phantom reads.</a:t>
            </a:r>
          </a:p>
          <a:p>
            <a:r>
              <a:rPr lang="en-US" sz="1900"/>
              <a:t>  5. Snapshot – Uses row versioning.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Document">
            <a:extLst>
              <a:ext uri="{FF2B5EF4-FFF2-40B4-BE49-F238E27FC236}">
                <a16:creationId xmlns:a16="http://schemas.microsoft.com/office/drawing/2014/main" id="{FD4DE4B9-9E0B-55B9-1594-FD2D7AFFC8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85341" y="365125"/>
            <a:ext cx="3630007" cy="1807305"/>
          </a:xfrm>
        </p:spPr>
        <p:txBody>
          <a:bodyPr>
            <a:normAutofit/>
          </a:bodyPr>
          <a:lstStyle/>
          <a:p>
            <a:r>
              <a:t>Summary</a:t>
            </a:r>
          </a:p>
        </p:txBody>
      </p:sp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9F84CCCA-2752-C1B9-623B-7A9851290A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31" r="46642" b="-446"/>
          <a:stretch>
            <a:fillRect/>
          </a:stretch>
        </p:blipFill>
        <p:spPr>
          <a:xfrm>
            <a:off x="20" y="10"/>
            <a:ext cx="4587406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5341" y="2333297"/>
            <a:ext cx="3630007" cy="3843666"/>
          </a:xfrm>
        </p:spPr>
        <p:txBody>
          <a:bodyPr>
            <a:normAutofit/>
          </a:bodyPr>
          <a:lstStyle/>
          <a:p>
            <a:r>
              <a:rPr lang="en-US" sz="1700"/>
              <a:t>• SQL Server is composed of multiple key subsystems:</a:t>
            </a:r>
          </a:p>
          <a:p>
            <a:r>
              <a:rPr lang="en-US" sz="1700"/>
              <a:t>  - Storage Engine manages data and log files.</a:t>
            </a:r>
          </a:p>
          <a:p>
            <a:r>
              <a:rPr lang="en-US" sz="1700"/>
              <a:t>  - Memory Architecture optimizes performance.</a:t>
            </a:r>
          </a:p>
          <a:p>
            <a:r>
              <a:rPr lang="en-US" sz="1700"/>
              <a:t>  - Locking and Isolation ensure data integrity.</a:t>
            </a:r>
          </a:p>
          <a:p>
            <a:r>
              <a:rPr lang="en-US" sz="1700"/>
              <a:t>• Understanding these helps in tuning and troubleshooting performance issues.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2" y="1999615"/>
            <a:ext cx="6858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6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5184" y="5645150"/>
            <a:ext cx="6193632" cy="631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Questions and clarifications.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5244E0-0831-BC52-F3F2-DCAE918C6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Thank you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CEEC3C-CCE5-0B1C-F3BF-3144E35AB39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4241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477</Words>
  <Application>Microsoft Office PowerPoint</Application>
  <PresentationFormat>On-screen Show (4:3)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Module 1: SQL Server Database Architecture</vt:lpstr>
      <vt:lpstr>SQL Server Overview</vt:lpstr>
      <vt:lpstr>Concept and Architecture of Database</vt:lpstr>
      <vt:lpstr>Concept and Architecture of Transaction Log File</vt:lpstr>
      <vt:lpstr>Concept and Architecture of SQL Server Memory</vt:lpstr>
      <vt:lpstr>Concept and Architecture of Locks</vt:lpstr>
      <vt:lpstr>Transaction Isolation Levels</vt:lpstr>
      <vt:lpstr>Summary</vt:lpstr>
      <vt:lpstr>Q&amp;A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Nikhil Shah</cp:lastModifiedBy>
  <cp:revision>3</cp:revision>
  <dcterms:created xsi:type="dcterms:W3CDTF">2013-01-27T09:14:16Z</dcterms:created>
  <dcterms:modified xsi:type="dcterms:W3CDTF">2025-11-03T03:17:58Z</dcterms:modified>
  <cp:category/>
</cp:coreProperties>
</file>