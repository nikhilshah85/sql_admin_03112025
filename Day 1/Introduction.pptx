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433" y="2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114066-AC35-4413-A332-5DCCE2D5D2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78FF0C-479D-46AC-9E82-097786C22DA3}">
      <dgm:prSet/>
      <dgm:spPr/>
      <dgm:t>
        <a:bodyPr/>
        <a:lstStyle/>
        <a:p>
          <a:r>
            <a:rPr lang="en-US"/>
            <a:t>• Introduction to SQL Server Architecture</a:t>
          </a:r>
        </a:p>
      </dgm:t>
    </dgm:pt>
    <dgm:pt modelId="{9BE426CF-2B0A-4751-A16D-AC6CE636920E}" type="parTrans" cxnId="{073E05A3-8EE6-4AFD-8579-9CB1025C189A}">
      <dgm:prSet/>
      <dgm:spPr/>
      <dgm:t>
        <a:bodyPr/>
        <a:lstStyle/>
        <a:p>
          <a:endParaRPr lang="en-US"/>
        </a:p>
      </dgm:t>
    </dgm:pt>
    <dgm:pt modelId="{514BAA7A-A384-4C17-A8EB-2622A9C78DEE}" type="sibTrans" cxnId="{073E05A3-8EE6-4AFD-8579-9CB1025C189A}">
      <dgm:prSet/>
      <dgm:spPr/>
      <dgm:t>
        <a:bodyPr/>
        <a:lstStyle/>
        <a:p>
          <a:endParaRPr lang="en-US"/>
        </a:p>
      </dgm:t>
    </dgm:pt>
    <dgm:pt modelId="{04507EA5-23CE-4760-9BDF-7979F34D1BAE}">
      <dgm:prSet/>
      <dgm:spPr/>
      <dgm:t>
        <a:bodyPr/>
        <a:lstStyle/>
        <a:p>
          <a:r>
            <a:rPr lang="en-US"/>
            <a:t>• Database and Storage Management</a:t>
          </a:r>
        </a:p>
      </dgm:t>
    </dgm:pt>
    <dgm:pt modelId="{070D2204-2BBE-4C10-9DE0-177918E3019A}" type="parTrans" cxnId="{4632F77A-786A-4668-87D4-C9990CDD61A2}">
      <dgm:prSet/>
      <dgm:spPr/>
      <dgm:t>
        <a:bodyPr/>
        <a:lstStyle/>
        <a:p>
          <a:endParaRPr lang="en-US"/>
        </a:p>
      </dgm:t>
    </dgm:pt>
    <dgm:pt modelId="{82B6BA51-4BBD-4C05-A270-1FA62E3FC9C2}" type="sibTrans" cxnId="{4632F77A-786A-4668-87D4-C9990CDD61A2}">
      <dgm:prSet/>
      <dgm:spPr/>
      <dgm:t>
        <a:bodyPr/>
        <a:lstStyle/>
        <a:p>
          <a:endParaRPr lang="en-US"/>
        </a:p>
      </dgm:t>
    </dgm:pt>
    <dgm:pt modelId="{96FBC4FC-6BF3-404E-908E-38EA31FBA6CD}">
      <dgm:prSet/>
      <dgm:spPr/>
      <dgm:t>
        <a:bodyPr/>
        <a:lstStyle/>
        <a:p>
          <a:r>
            <a:rPr lang="en-US"/>
            <a:t>• Backup, Recovery, and High Availability</a:t>
          </a:r>
        </a:p>
      </dgm:t>
    </dgm:pt>
    <dgm:pt modelId="{A32971F3-40F8-4618-989E-9E60103EE118}" type="parTrans" cxnId="{E6D7FA4A-A93F-4B08-B0CD-D2F1912F769F}">
      <dgm:prSet/>
      <dgm:spPr/>
      <dgm:t>
        <a:bodyPr/>
        <a:lstStyle/>
        <a:p>
          <a:endParaRPr lang="en-US"/>
        </a:p>
      </dgm:t>
    </dgm:pt>
    <dgm:pt modelId="{771387E8-A72A-4F6A-A87A-F3C68D7036D4}" type="sibTrans" cxnId="{E6D7FA4A-A93F-4B08-B0CD-D2F1912F769F}">
      <dgm:prSet/>
      <dgm:spPr/>
      <dgm:t>
        <a:bodyPr/>
        <a:lstStyle/>
        <a:p>
          <a:endParaRPr lang="en-US"/>
        </a:p>
      </dgm:t>
    </dgm:pt>
    <dgm:pt modelId="{9DC42687-DDDF-4339-B545-71FC27DA0927}">
      <dgm:prSet/>
      <dgm:spPr/>
      <dgm:t>
        <a:bodyPr/>
        <a:lstStyle/>
        <a:p>
          <a:r>
            <a:rPr lang="en-US"/>
            <a:t>• Security and Auditing</a:t>
          </a:r>
        </a:p>
      </dgm:t>
    </dgm:pt>
    <dgm:pt modelId="{C832CC71-865D-4FB4-9F2E-E357D112D3FF}" type="parTrans" cxnId="{13C00E6E-0548-46AC-8247-EDAD940ADBD8}">
      <dgm:prSet/>
      <dgm:spPr/>
      <dgm:t>
        <a:bodyPr/>
        <a:lstStyle/>
        <a:p>
          <a:endParaRPr lang="en-US"/>
        </a:p>
      </dgm:t>
    </dgm:pt>
    <dgm:pt modelId="{70DE7F68-D101-43E9-9361-8BE1B0447494}" type="sibTrans" cxnId="{13C00E6E-0548-46AC-8247-EDAD940ADBD8}">
      <dgm:prSet/>
      <dgm:spPr/>
      <dgm:t>
        <a:bodyPr/>
        <a:lstStyle/>
        <a:p>
          <a:endParaRPr lang="en-US"/>
        </a:p>
      </dgm:t>
    </dgm:pt>
    <dgm:pt modelId="{FAFE9F67-8127-42E4-816F-149B81A24E1B}">
      <dgm:prSet/>
      <dgm:spPr/>
      <dgm:t>
        <a:bodyPr/>
        <a:lstStyle/>
        <a:p>
          <a:r>
            <a:rPr lang="en-US"/>
            <a:t>• Monitoring and Performance Optimization</a:t>
          </a:r>
        </a:p>
      </dgm:t>
    </dgm:pt>
    <dgm:pt modelId="{A8DA5080-9403-4117-89A5-3AB312FADAED}" type="parTrans" cxnId="{4E5DD295-E24D-436A-BD69-E394A09D42AF}">
      <dgm:prSet/>
      <dgm:spPr/>
      <dgm:t>
        <a:bodyPr/>
        <a:lstStyle/>
        <a:p>
          <a:endParaRPr lang="en-US"/>
        </a:p>
      </dgm:t>
    </dgm:pt>
    <dgm:pt modelId="{8A0A3BB3-4387-43D8-8BFD-74D0FE73D0BA}" type="sibTrans" cxnId="{4E5DD295-E24D-436A-BD69-E394A09D42AF}">
      <dgm:prSet/>
      <dgm:spPr/>
      <dgm:t>
        <a:bodyPr/>
        <a:lstStyle/>
        <a:p>
          <a:endParaRPr lang="en-US"/>
        </a:p>
      </dgm:t>
    </dgm:pt>
    <dgm:pt modelId="{E074EC09-E3C8-4C9E-B244-936F9FCCB685}">
      <dgm:prSet/>
      <dgm:spPr/>
      <dgm:t>
        <a:bodyPr/>
        <a:lstStyle/>
        <a:p>
          <a:r>
            <a:rPr lang="en-IN"/>
            <a:t>Always On configuration and troubleshooting</a:t>
          </a:r>
          <a:endParaRPr lang="en-US"/>
        </a:p>
      </dgm:t>
    </dgm:pt>
    <dgm:pt modelId="{913D056F-F128-4177-A172-1D052E4EB88B}" type="parTrans" cxnId="{D2B0A9E8-0F8F-4B5C-A84C-8261493D5173}">
      <dgm:prSet/>
      <dgm:spPr/>
      <dgm:t>
        <a:bodyPr/>
        <a:lstStyle/>
        <a:p>
          <a:endParaRPr lang="en-US"/>
        </a:p>
      </dgm:t>
    </dgm:pt>
    <dgm:pt modelId="{E338474D-CCCF-4B8E-BB91-220FAA45D29D}" type="sibTrans" cxnId="{D2B0A9E8-0F8F-4B5C-A84C-8261493D5173}">
      <dgm:prSet/>
      <dgm:spPr/>
      <dgm:t>
        <a:bodyPr/>
        <a:lstStyle/>
        <a:p>
          <a:endParaRPr lang="en-US"/>
        </a:p>
      </dgm:t>
    </dgm:pt>
    <dgm:pt modelId="{7095370E-0DE5-46D9-A222-B12EF4127E6C}">
      <dgm:prSet/>
      <dgm:spPr/>
      <dgm:t>
        <a:bodyPr/>
        <a:lstStyle/>
        <a:p>
          <a:r>
            <a:rPr lang="en-US"/>
            <a:t>• Hands-on Labs and Case Studies</a:t>
          </a:r>
        </a:p>
      </dgm:t>
    </dgm:pt>
    <dgm:pt modelId="{51CF90F4-986D-490F-BE3C-53796ADC4E14}" type="parTrans" cxnId="{E9DB5351-8CDF-4651-8F45-97551D4DC185}">
      <dgm:prSet/>
      <dgm:spPr/>
      <dgm:t>
        <a:bodyPr/>
        <a:lstStyle/>
        <a:p>
          <a:endParaRPr lang="en-US"/>
        </a:p>
      </dgm:t>
    </dgm:pt>
    <dgm:pt modelId="{044F01BD-85E0-4844-8D39-F486EC821143}" type="sibTrans" cxnId="{E9DB5351-8CDF-4651-8F45-97551D4DC185}">
      <dgm:prSet/>
      <dgm:spPr/>
      <dgm:t>
        <a:bodyPr/>
        <a:lstStyle/>
        <a:p>
          <a:endParaRPr lang="en-US"/>
        </a:p>
      </dgm:t>
    </dgm:pt>
    <dgm:pt modelId="{A71541EC-CCA0-484A-B2BB-172E6833C582}" type="pres">
      <dgm:prSet presAssocID="{BE114066-AC35-4413-A332-5DCCE2D5D2D7}" presName="linear" presStyleCnt="0">
        <dgm:presLayoutVars>
          <dgm:animLvl val="lvl"/>
          <dgm:resizeHandles val="exact"/>
        </dgm:presLayoutVars>
      </dgm:prSet>
      <dgm:spPr/>
    </dgm:pt>
    <dgm:pt modelId="{A6A9DDBF-B74D-40BC-8CBE-D724FBAE6274}" type="pres">
      <dgm:prSet presAssocID="{0E78FF0C-479D-46AC-9E82-097786C22DA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080C69E-44F4-4217-B7F5-18F04613AC04}" type="pres">
      <dgm:prSet presAssocID="{514BAA7A-A384-4C17-A8EB-2622A9C78DEE}" presName="spacer" presStyleCnt="0"/>
      <dgm:spPr/>
    </dgm:pt>
    <dgm:pt modelId="{3EC5E029-9BF7-45B7-BFF6-3EE24861C3F9}" type="pres">
      <dgm:prSet presAssocID="{04507EA5-23CE-4760-9BDF-7979F34D1BA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446ADC6-7735-4391-86B0-1A66BF105B3A}" type="pres">
      <dgm:prSet presAssocID="{82B6BA51-4BBD-4C05-A270-1FA62E3FC9C2}" presName="spacer" presStyleCnt="0"/>
      <dgm:spPr/>
    </dgm:pt>
    <dgm:pt modelId="{C824FA2E-9C61-4365-9491-BE57BC9966F3}" type="pres">
      <dgm:prSet presAssocID="{96FBC4FC-6BF3-404E-908E-38EA31FBA6C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F28D444-478F-4F30-A940-E1DD5462C4A0}" type="pres">
      <dgm:prSet presAssocID="{771387E8-A72A-4F6A-A87A-F3C68D7036D4}" presName="spacer" presStyleCnt="0"/>
      <dgm:spPr/>
    </dgm:pt>
    <dgm:pt modelId="{2A55BC63-EFAC-4816-BE4C-B6DCBCA42738}" type="pres">
      <dgm:prSet presAssocID="{9DC42687-DDDF-4339-B545-71FC27DA092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A987295-AFE5-4088-BFFC-825110FDA76A}" type="pres">
      <dgm:prSet presAssocID="{70DE7F68-D101-43E9-9361-8BE1B0447494}" presName="spacer" presStyleCnt="0"/>
      <dgm:spPr/>
    </dgm:pt>
    <dgm:pt modelId="{E7A598A5-186C-4975-A713-D442AFDE7B67}" type="pres">
      <dgm:prSet presAssocID="{FAFE9F67-8127-42E4-816F-149B81A24E1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696BA4C-0612-4BAB-9250-9C94FC513894}" type="pres">
      <dgm:prSet presAssocID="{8A0A3BB3-4387-43D8-8BFD-74D0FE73D0BA}" presName="spacer" presStyleCnt="0"/>
      <dgm:spPr/>
    </dgm:pt>
    <dgm:pt modelId="{23DFA6F3-4B18-4C1D-9736-1D380AC72EF4}" type="pres">
      <dgm:prSet presAssocID="{E074EC09-E3C8-4C9E-B244-936F9FCCB68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278A04A-9A24-4F1A-9CD6-77C0905BAA4B}" type="pres">
      <dgm:prSet presAssocID="{E338474D-CCCF-4B8E-BB91-220FAA45D29D}" presName="spacer" presStyleCnt="0"/>
      <dgm:spPr/>
    </dgm:pt>
    <dgm:pt modelId="{8725220D-74E7-42F1-B1BE-03C785F3DB82}" type="pres">
      <dgm:prSet presAssocID="{7095370E-0DE5-46D9-A222-B12EF4127E6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8648000-8818-4170-A014-7EFBDA3E01E6}" type="presOf" srcId="{9DC42687-DDDF-4339-B545-71FC27DA0927}" destId="{2A55BC63-EFAC-4816-BE4C-B6DCBCA42738}" srcOrd="0" destOrd="0" presId="urn:microsoft.com/office/officeart/2005/8/layout/vList2"/>
    <dgm:cxn modelId="{5B770A20-B7EE-42B8-B287-11A9DB1757BB}" type="presOf" srcId="{7095370E-0DE5-46D9-A222-B12EF4127E6C}" destId="{8725220D-74E7-42F1-B1BE-03C785F3DB82}" srcOrd="0" destOrd="0" presId="urn:microsoft.com/office/officeart/2005/8/layout/vList2"/>
    <dgm:cxn modelId="{12BE8841-568C-4FCF-8D75-6F506F24D520}" type="presOf" srcId="{04507EA5-23CE-4760-9BDF-7979F34D1BAE}" destId="{3EC5E029-9BF7-45B7-BFF6-3EE24861C3F9}" srcOrd="0" destOrd="0" presId="urn:microsoft.com/office/officeart/2005/8/layout/vList2"/>
    <dgm:cxn modelId="{626C7245-0B11-47F7-A3DA-72BCF73151EE}" type="presOf" srcId="{BE114066-AC35-4413-A332-5DCCE2D5D2D7}" destId="{A71541EC-CCA0-484A-B2BB-172E6833C582}" srcOrd="0" destOrd="0" presId="urn:microsoft.com/office/officeart/2005/8/layout/vList2"/>
    <dgm:cxn modelId="{89EE9269-EFD2-4B53-85E1-7738316E55E3}" type="presOf" srcId="{0E78FF0C-479D-46AC-9E82-097786C22DA3}" destId="{A6A9DDBF-B74D-40BC-8CBE-D724FBAE6274}" srcOrd="0" destOrd="0" presId="urn:microsoft.com/office/officeart/2005/8/layout/vList2"/>
    <dgm:cxn modelId="{E6D7FA4A-A93F-4B08-B0CD-D2F1912F769F}" srcId="{BE114066-AC35-4413-A332-5DCCE2D5D2D7}" destId="{96FBC4FC-6BF3-404E-908E-38EA31FBA6CD}" srcOrd="2" destOrd="0" parTransId="{A32971F3-40F8-4618-989E-9E60103EE118}" sibTransId="{771387E8-A72A-4F6A-A87A-F3C68D7036D4}"/>
    <dgm:cxn modelId="{13C00E6E-0548-46AC-8247-EDAD940ADBD8}" srcId="{BE114066-AC35-4413-A332-5DCCE2D5D2D7}" destId="{9DC42687-DDDF-4339-B545-71FC27DA0927}" srcOrd="3" destOrd="0" parTransId="{C832CC71-865D-4FB4-9F2E-E357D112D3FF}" sibTransId="{70DE7F68-D101-43E9-9361-8BE1B0447494}"/>
    <dgm:cxn modelId="{E9DB5351-8CDF-4651-8F45-97551D4DC185}" srcId="{BE114066-AC35-4413-A332-5DCCE2D5D2D7}" destId="{7095370E-0DE5-46D9-A222-B12EF4127E6C}" srcOrd="6" destOrd="0" parTransId="{51CF90F4-986D-490F-BE3C-53796ADC4E14}" sibTransId="{044F01BD-85E0-4844-8D39-F486EC821143}"/>
    <dgm:cxn modelId="{3E854F77-07D2-4736-B61D-6152EAFD04A8}" type="presOf" srcId="{96FBC4FC-6BF3-404E-908E-38EA31FBA6CD}" destId="{C824FA2E-9C61-4365-9491-BE57BC9966F3}" srcOrd="0" destOrd="0" presId="urn:microsoft.com/office/officeart/2005/8/layout/vList2"/>
    <dgm:cxn modelId="{4632F77A-786A-4668-87D4-C9990CDD61A2}" srcId="{BE114066-AC35-4413-A332-5DCCE2D5D2D7}" destId="{04507EA5-23CE-4760-9BDF-7979F34D1BAE}" srcOrd="1" destOrd="0" parTransId="{070D2204-2BBE-4C10-9DE0-177918E3019A}" sibTransId="{82B6BA51-4BBD-4C05-A270-1FA62E3FC9C2}"/>
    <dgm:cxn modelId="{4E5DD295-E24D-436A-BD69-E394A09D42AF}" srcId="{BE114066-AC35-4413-A332-5DCCE2D5D2D7}" destId="{FAFE9F67-8127-42E4-816F-149B81A24E1B}" srcOrd="4" destOrd="0" parTransId="{A8DA5080-9403-4117-89A5-3AB312FADAED}" sibTransId="{8A0A3BB3-4387-43D8-8BFD-74D0FE73D0BA}"/>
    <dgm:cxn modelId="{073E05A3-8EE6-4AFD-8579-9CB1025C189A}" srcId="{BE114066-AC35-4413-A332-5DCCE2D5D2D7}" destId="{0E78FF0C-479D-46AC-9E82-097786C22DA3}" srcOrd="0" destOrd="0" parTransId="{9BE426CF-2B0A-4751-A16D-AC6CE636920E}" sibTransId="{514BAA7A-A384-4C17-A8EB-2622A9C78DEE}"/>
    <dgm:cxn modelId="{6EF5FBD8-6657-4CC6-AF64-0CCBF633851D}" type="presOf" srcId="{FAFE9F67-8127-42E4-816F-149B81A24E1B}" destId="{E7A598A5-186C-4975-A713-D442AFDE7B67}" srcOrd="0" destOrd="0" presId="urn:microsoft.com/office/officeart/2005/8/layout/vList2"/>
    <dgm:cxn modelId="{666886E6-8D34-4805-8335-6768A4917E27}" type="presOf" srcId="{E074EC09-E3C8-4C9E-B244-936F9FCCB685}" destId="{23DFA6F3-4B18-4C1D-9736-1D380AC72EF4}" srcOrd="0" destOrd="0" presId="urn:microsoft.com/office/officeart/2005/8/layout/vList2"/>
    <dgm:cxn modelId="{D2B0A9E8-0F8F-4B5C-A84C-8261493D5173}" srcId="{BE114066-AC35-4413-A332-5DCCE2D5D2D7}" destId="{E074EC09-E3C8-4C9E-B244-936F9FCCB685}" srcOrd="5" destOrd="0" parTransId="{913D056F-F128-4177-A172-1D052E4EB88B}" sibTransId="{E338474D-CCCF-4B8E-BB91-220FAA45D29D}"/>
    <dgm:cxn modelId="{59F3E5EC-D16D-4207-B629-C07147E4FD3A}" type="presParOf" srcId="{A71541EC-CCA0-484A-B2BB-172E6833C582}" destId="{A6A9DDBF-B74D-40BC-8CBE-D724FBAE6274}" srcOrd="0" destOrd="0" presId="urn:microsoft.com/office/officeart/2005/8/layout/vList2"/>
    <dgm:cxn modelId="{172E69FE-6D38-4D44-AC7C-C98D6F3D767F}" type="presParOf" srcId="{A71541EC-CCA0-484A-B2BB-172E6833C582}" destId="{0080C69E-44F4-4217-B7F5-18F04613AC04}" srcOrd="1" destOrd="0" presId="urn:microsoft.com/office/officeart/2005/8/layout/vList2"/>
    <dgm:cxn modelId="{27324851-7C89-4161-8CDC-41A104ABC4FC}" type="presParOf" srcId="{A71541EC-CCA0-484A-B2BB-172E6833C582}" destId="{3EC5E029-9BF7-45B7-BFF6-3EE24861C3F9}" srcOrd="2" destOrd="0" presId="urn:microsoft.com/office/officeart/2005/8/layout/vList2"/>
    <dgm:cxn modelId="{DCAB3287-4DD7-4EDC-9F2B-C0694F732A13}" type="presParOf" srcId="{A71541EC-CCA0-484A-B2BB-172E6833C582}" destId="{A446ADC6-7735-4391-86B0-1A66BF105B3A}" srcOrd="3" destOrd="0" presId="urn:microsoft.com/office/officeart/2005/8/layout/vList2"/>
    <dgm:cxn modelId="{AD4F7700-54F7-4144-AB01-478653687701}" type="presParOf" srcId="{A71541EC-CCA0-484A-B2BB-172E6833C582}" destId="{C824FA2E-9C61-4365-9491-BE57BC9966F3}" srcOrd="4" destOrd="0" presId="urn:microsoft.com/office/officeart/2005/8/layout/vList2"/>
    <dgm:cxn modelId="{DC242CB7-AD43-4A34-ACB8-17E28DB3B81A}" type="presParOf" srcId="{A71541EC-CCA0-484A-B2BB-172E6833C582}" destId="{7F28D444-478F-4F30-A940-E1DD5462C4A0}" srcOrd="5" destOrd="0" presId="urn:microsoft.com/office/officeart/2005/8/layout/vList2"/>
    <dgm:cxn modelId="{4EF94593-19F6-4586-829F-9093DBF4EB12}" type="presParOf" srcId="{A71541EC-CCA0-484A-B2BB-172E6833C582}" destId="{2A55BC63-EFAC-4816-BE4C-B6DCBCA42738}" srcOrd="6" destOrd="0" presId="urn:microsoft.com/office/officeart/2005/8/layout/vList2"/>
    <dgm:cxn modelId="{5FBBE699-F764-435E-A73F-43C8761C58C1}" type="presParOf" srcId="{A71541EC-CCA0-484A-B2BB-172E6833C582}" destId="{4A987295-AFE5-4088-BFFC-825110FDA76A}" srcOrd="7" destOrd="0" presId="urn:microsoft.com/office/officeart/2005/8/layout/vList2"/>
    <dgm:cxn modelId="{A9F4FBE6-887C-413D-9006-9E32FE5F01A0}" type="presParOf" srcId="{A71541EC-CCA0-484A-B2BB-172E6833C582}" destId="{E7A598A5-186C-4975-A713-D442AFDE7B67}" srcOrd="8" destOrd="0" presId="urn:microsoft.com/office/officeart/2005/8/layout/vList2"/>
    <dgm:cxn modelId="{4B32FFAC-73F7-4C9A-9C47-F1C3EA272CF8}" type="presParOf" srcId="{A71541EC-CCA0-484A-B2BB-172E6833C582}" destId="{4696BA4C-0612-4BAB-9250-9C94FC513894}" srcOrd="9" destOrd="0" presId="urn:microsoft.com/office/officeart/2005/8/layout/vList2"/>
    <dgm:cxn modelId="{3627D280-CB15-48C8-90C3-B03D8A776C2F}" type="presParOf" srcId="{A71541EC-CCA0-484A-B2BB-172E6833C582}" destId="{23DFA6F3-4B18-4C1D-9736-1D380AC72EF4}" srcOrd="10" destOrd="0" presId="urn:microsoft.com/office/officeart/2005/8/layout/vList2"/>
    <dgm:cxn modelId="{67302390-B106-4845-8295-720EB7D97B13}" type="presParOf" srcId="{A71541EC-CCA0-484A-B2BB-172E6833C582}" destId="{E278A04A-9A24-4F1A-9CD6-77C0905BAA4B}" srcOrd="11" destOrd="0" presId="urn:microsoft.com/office/officeart/2005/8/layout/vList2"/>
    <dgm:cxn modelId="{B76D5E62-D51B-49DE-86CE-B01AE14494DF}" type="presParOf" srcId="{A71541EC-CCA0-484A-B2BB-172E6833C582}" destId="{8725220D-74E7-42F1-B1BE-03C785F3DB8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9DDBF-B74D-40BC-8CBE-D724FBAE6274}">
      <dsp:nvSpPr>
        <dsp:cNvPr id="0" name=""/>
        <dsp:cNvSpPr/>
      </dsp:nvSpPr>
      <dsp:spPr>
        <a:xfrm>
          <a:off x="0" y="408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Introduction to SQL Server Architecture</a:t>
          </a:r>
        </a:p>
      </dsp:txBody>
      <dsp:txXfrm>
        <a:off x="28100" y="68981"/>
        <a:ext cx="8173400" cy="519439"/>
      </dsp:txXfrm>
    </dsp:sp>
    <dsp:sp modelId="{3EC5E029-9BF7-45B7-BFF6-3EE24861C3F9}">
      <dsp:nvSpPr>
        <dsp:cNvPr id="0" name=""/>
        <dsp:cNvSpPr/>
      </dsp:nvSpPr>
      <dsp:spPr>
        <a:xfrm>
          <a:off x="0" y="6856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Database and Storage Management</a:t>
          </a:r>
        </a:p>
      </dsp:txBody>
      <dsp:txXfrm>
        <a:off x="28100" y="713741"/>
        <a:ext cx="8173400" cy="519439"/>
      </dsp:txXfrm>
    </dsp:sp>
    <dsp:sp modelId="{C824FA2E-9C61-4365-9491-BE57BC9966F3}">
      <dsp:nvSpPr>
        <dsp:cNvPr id="0" name=""/>
        <dsp:cNvSpPr/>
      </dsp:nvSpPr>
      <dsp:spPr>
        <a:xfrm>
          <a:off x="0" y="133040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Backup, Recovery, and High Availability</a:t>
          </a:r>
        </a:p>
      </dsp:txBody>
      <dsp:txXfrm>
        <a:off x="28100" y="1358501"/>
        <a:ext cx="8173400" cy="519439"/>
      </dsp:txXfrm>
    </dsp:sp>
    <dsp:sp modelId="{2A55BC63-EFAC-4816-BE4C-B6DCBCA42738}">
      <dsp:nvSpPr>
        <dsp:cNvPr id="0" name=""/>
        <dsp:cNvSpPr/>
      </dsp:nvSpPr>
      <dsp:spPr>
        <a:xfrm>
          <a:off x="0" y="197516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Security and Auditing</a:t>
          </a:r>
        </a:p>
      </dsp:txBody>
      <dsp:txXfrm>
        <a:off x="28100" y="2003261"/>
        <a:ext cx="8173400" cy="519439"/>
      </dsp:txXfrm>
    </dsp:sp>
    <dsp:sp modelId="{E7A598A5-186C-4975-A713-D442AFDE7B67}">
      <dsp:nvSpPr>
        <dsp:cNvPr id="0" name=""/>
        <dsp:cNvSpPr/>
      </dsp:nvSpPr>
      <dsp:spPr>
        <a:xfrm>
          <a:off x="0" y="261992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Monitoring and Performance Optimization</a:t>
          </a:r>
        </a:p>
      </dsp:txBody>
      <dsp:txXfrm>
        <a:off x="28100" y="2648021"/>
        <a:ext cx="8173400" cy="519439"/>
      </dsp:txXfrm>
    </dsp:sp>
    <dsp:sp modelId="{23DFA6F3-4B18-4C1D-9736-1D380AC72EF4}">
      <dsp:nvSpPr>
        <dsp:cNvPr id="0" name=""/>
        <dsp:cNvSpPr/>
      </dsp:nvSpPr>
      <dsp:spPr>
        <a:xfrm>
          <a:off x="0" y="32646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Always On configuration and troubleshooting</a:t>
          </a:r>
          <a:endParaRPr lang="en-US" sz="2400" kern="1200"/>
        </a:p>
      </dsp:txBody>
      <dsp:txXfrm>
        <a:off x="28100" y="3292781"/>
        <a:ext cx="8173400" cy="519439"/>
      </dsp:txXfrm>
    </dsp:sp>
    <dsp:sp modelId="{8725220D-74E7-42F1-B1BE-03C785F3DB82}">
      <dsp:nvSpPr>
        <dsp:cNvPr id="0" name=""/>
        <dsp:cNvSpPr/>
      </dsp:nvSpPr>
      <dsp:spPr>
        <a:xfrm>
          <a:off x="0" y="39094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Hands-on Labs and Case Studies</a:t>
          </a:r>
        </a:p>
      </dsp:txBody>
      <dsp:txXfrm>
        <a:off x="28100" y="3937541"/>
        <a:ext cx="8173400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nikhilshah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khilshah.i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200">
                <a:solidFill>
                  <a:srgbClr val="FFFFFF"/>
                </a:solidFill>
              </a:rPr>
              <a:t>SQL Server Administration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 fontScale="92500" lnSpcReduction="20000"/>
          </a:bodyPr>
          <a:lstStyle/>
          <a:p>
            <a:pPr algn="l"/>
            <a:r>
              <a:rPr lang="en-IN" dirty="0"/>
              <a:t>Speaker</a:t>
            </a:r>
          </a:p>
          <a:p>
            <a:pPr algn="l"/>
            <a:r>
              <a:rPr dirty="0"/>
              <a:t>Nikhil Shah</a:t>
            </a:r>
            <a:endParaRPr lang="en-IN" dirty="0"/>
          </a:p>
          <a:p>
            <a:pPr algn="l"/>
            <a:r>
              <a:rPr lang="en-IN" dirty="0">
                <a:hlinkClick r:id="rId2"/>
              </a:rPr>
              <a:t>http://www.nikhilshah.in</a:t>
            </a:r>
            <a:endParaRPr lang="en-IN" dirty="0"/>
          </a:p>
          <a:p>
            <a:pPr algn="l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Welcome to the Training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Welcome everyone to the SQL Server Administration Training program.</a:t>
            </a:r>
          </a:p>
          <a:p>
            <a:r>
              <a:rPr lang="en-US" sz="1700"/>
              <a:t>This session is designed to provide a deep understanding of SQL Server architecture, administration tasks, security, backup, and performance tuning.</a:t>
            </a:r>
          </a:p>
          <a:p>
            <a:r>
              <a:rPr lang="en-US" sz="1700"/>
              <a:t>We’ll explore real-world administrative scenarios and best practices used in enterprise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Objectives of the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By the end of this training, participants will be able to:</a:t>
            </a:r>
          </a:p>
          <a:p>
            <a:pPr marL="0" indent="0">
              <a:buNone/>
            </a:pPr>
            <a:r>
              <a:rPr lang="en-US" sz="2400" dirty="0"/>
              <a:t>• Understand SQL Server architecture and components</a:t>
            </a:r>
          </a:p>
          <a:p>
            <a:pPr marL="0" indent="0">
              <a:buNone/>
            </a:pPr>
            <a:r>
              <a:rPr lang="en-US" sz="2400" dirty="0"/>
              <a:t>• Configure, monitor, and manage SQL Server databases</a:t>
            </a:r>
          </a:p>
          <a:p>
            <a:pPr marL="0" indent="0">
              <a:buNone/>
            </a:pPr>
            <a:r>
              <a:rPr lang="en-US" sz="2400" dirty="0"/>
              <a:t>• Implement security and backup strategies</a:t>
            </a:r>
          </a:p>
          <a:p>
            <a:pPr marL="0" indent="0">
              <a:buNone/>
            </a:pPr>
            <a:r>
              <a:rPr lang="en-US" sz="2400" dirty="0"/>
              <a:t>• Optimize SQL Server performance</a:t>
            </a:r>
          </a:p>
          <a:p>
            <a:pPr marL="0" indent="0">
              <a:buNone/>
            </a:pPr>
            <a:r>
              <a:rPr lang="en-US" sz="2400" dirty="0" err="1"/>
              <a:t>Implemement</a:t>
            </a:r>
            <a:r>
              <a:rPr lang="en-US" sz="2400" dirty="0"/>
              <a:t> major features including mirroring, automation, performance </a:t>
            </a:r>
            <a:r>
              <a:rPr lang="en-US" sz="2400" dirty="0" err="1"/>
              <a:t>tuneing</a:t>
            </a:r>
            <a:r>
              <a:rPr lang="en-US" sz="2400" dirty="0"/>
              <a:t>, replication, always on and many more</a:t>
            </a:r>
          </a:p>
          <a:p>
            <a:pPr marL="0" indent="0">
              <a:buNone/>
            </a:pPr>
            <a:r>
              <a:rPr lang="en-US" sz="2400" dirty="0"/>
              <a:t>• Troubleshoot common database issues effectively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About the Trainer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Nikhil Shah is a corporate trainer and consultant specializing in SQL Server, Databases, and Cloud Technologies.</a:t>
            </a:r>
          </a:p>
          <a:p>
            <a:pPr marL="0" indent="0">
              <a:buNone/>
            </a:pPr>
            <a:r>
              <a:rPr lang="en-US" sz="1700" dirty="0"/>
              <a:t>• 15+ years of experience in corporate training and consulting</a:t>
            </a:r>
          </a:p>
          <a:p>
            <a:pPr marL="0" indent="0">
              <a:buNone/>
            </a:pPr>
            <a:r>
              <a:rPr lang="en-US" sz="1700" dirty="0"/>
              <a:t>Ex-Indian Navy consultant</a:t>
            </a:r>
          </a:p>
          <a:p>
            <a:pPr marL="0" indent="0">
              <a:buNone/>
            </a:pPr>
            <a:r>
              <a:rPr lang="en-US" sz="1700" dirty="0"/>
              <a:t>• Expertise in SQL Server Administration, Performance Tuning, and High Availability</a:t>
            </a:r>
          </a:p>
          <a:p>
            <a:pPr marL="0" indent="0">
              <a:buNone/>
            </a:pPr>
            <a:r>
              <a:rPr lang="en-US" sz="1700" dirty="0"/>
              <a:t>• Trained professionals from leading IT and financial organizations</a:t>
            </a:r>
          </a:p>
          <a:p>
            <a:pPr marL="0" indent="0">
              <a:buNone/>
            </a:pPr>
            <a:r>
              <a:rPr lang="en-US" sz="1700" dirty="0">
                <a:hlinkClick r:id="rId2"/>
              </a:rPr>
              <a:t>http://www.nikhilshah.in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475296-8E96-A4D4-E099-08DC4309A0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241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SQL Server Administration Training</vt:lpstr>
      <vt:lpstr>Welcome to the Training</vt:lpstr>
      <vt:lpstr>Objectives of the Training</vt:lpstr>
      <vt:lpstr>About the Trainer</vt:lpstr>
      <vt:lpstr>Training Agenda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Shah</cp:lastModifiedBy>
  <cp:revision>3</cp:revision>
  <dcterms:created xsi:type="dcterms:W3CDTF">2013-01-27T09:14:16Z</dcterms:created>
  <dcterms:modified xsi:type="dcterms:W3CDTF">2025-11-03T04:10:18Z</dcterms:modified>
  <cp:category/>
</cp:coreProperties>
</file>