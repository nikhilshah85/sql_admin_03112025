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566" y="27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ikhilshah.in/" TargetMode="External"/><Relationship Id="rId1" Type="http://schemas.openxmlformats.org/officeDocument/2006/relationships/hyperlink" Target="mailto:Nikhilshah.net@hotmail.com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ikhilshah.in/" TargetMode="External"/><Relationship Id="rId1" Type="http://schemas.openxmlformats.org/officeDocument/2006/relationships/hyperlink" Target="mailto:Nikhilshah.net@hotmail.com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476A1F-310D-4184-9B89-8E881CBB253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1FB7F67-53A0-4DE8-BF86-800A68A87EBF}">
      <dgm:prSet/>
      <dgm:spPr/>
      <dgm:t>
        <a:bodyPr/>
        <a:lstStyle/>
        <a:p>
          <a:r>
            <a:rPr lang="en-US"/>
            <a:t>• Core Concepts</a:t>
          </a:r>
        </a:p>
      </dgm:t>
    </dgm:pt>
    <dgm:pt modelId="{4940D88D-17FA-4B3A-BF80-FCB2D5262A5F}" type="parTrans" cxnId="{256C70E7-1717-4B97-BECC-199CCE1C4AFD}">
      <dgm:prSet/>
      <dgm:spPr/>
      <dgm:t>
        <a:bodyPr/>
        <a:lstStyle/>
        <a:p>
          <a:endParaRPr lang="en-US"/>
        </a:p>
      </dgm:t>
    </dgm:pt>
    <dgm:pt modelId="{45634E29-84D1-4BF7-8EC2-A4F5FCD0B432}" type="sibTrans" cxnId="{256C70E7-1717-4B97-BECC-199CCE1C4AFD}">
      <dgm:prSet/>
      <dgm:spPr/>
      <dgm:t>
        <a:bodyPr/>
        <a:lstStyle/>
        <a:p>
          <a:endParaRPr lang="en-US"/>
        </a:p>
      </dgm:t>
    </dgm:pt>
    <dgm:pt modelId="{A8C91799-B921-4D83-B125-F0FDC88DC9A4}">
      <dgm:prSet/>
      <dgm:spPr/>
      <dgm:t>
        <a:bodyPr/>
        <a:lstStyle/>
        <a:p>
          <a:r>
            <a:rPr lang="en-US"/>
            <a:t>• Storage Solutions</a:t>
          </a:r>
        </a:p>
      </dgm:t>
    </dgm:pt>
    <dgm:pt modelId="{DB616873-BB89-4673-A910-28FB7ABEA821}" type="parTrans" cxnId="{BD09EA39-AF32-4D94-BBB8-19004A32AEFD}">
      <dgm:prSet/>
      <dgm:spPr/>
      <dgm:t>
        <a:bodyPr/>
        <a:lstStyle/>
        <a:p>
          <a:endParaRPr lang="en-US"/>
        </a:p>
      </dgm:t>
    </dgm:pt>
    <dgm:pt modelId="{9A330724-4C2B-4D9C-9B15-577FC6AC4538}" type="sibTrans" cxnId="{BD09EA39-AF32-4D94-BBB8-19004A32AEFD}">
      <dgm:prSet/>
      <dgm:spPr/>
      <dgm:t>
        <a:bodyPr/>
        <a:lstStyle/>
        <a:p>
          <a:endParaRPr lang="en-US"/>
        </a:p>
      </dgm:t>
    </dgm:pt>
    <dgm:pt modelId="{96352A20-119C-407D-833A-7CB85C179B1F}" type="pres">
      <dgm:prSet presAssocID="{1B476A1F-310D-4184-9B89-8E881CBB2533}" presName="root" presStyleCnt="0">
        <dgm:presLayoutVars>
          <dgm:dir/>
          <dgm:resizeHandles val="exact"/>
        </dgm:presLayoutVars>
      </dgm:prSet>
      <dgm:spPr/>
    </dgm:pt>
    <dgm:pt modelId="{193ECB15-40CA-4D44-B757-374BEA7C505C}" type="pres">
      <dgm:prSet presAssocID="{A1FB7F67-53A0-4DE8-BF86-800A68A87EBF}" presName="compNode" presStyleCnt="0"/>
      <dgm:spPr/>
    </dgm:pt>
    <dgm:pt modelId="{6F4BDBE4-A214-4F1E-80F5-EE408FDC0788}" type="pres">
      <dgm:prSet presAssocID="{A1FB7F67-53A0-4DE8-BF86-800A68A87EB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E13951F-45BF-4B6B-879A-E394D0F1C9F5}" type="pres">
      <dgm:prSet presAssocID="{A1FB7F67-53A0-4DE8-BF86-800A68A87EBF}" presName="spaceRect" presStyleCnt="0"/>
      <dgm:spPr/>
    </dgm:pt>
    <dgm:pt modelId="{EAB29E06-D3A9-474C-8EBB-970BCA20EE6A}" type="pres">
      <dgm:prSet presAssocID="{A1FB7F67-53A0-4DE8-BF86-800A68A87EBF}" presName="textRect" presStyleLbl="revTx" presStyleIdx="0" presStyleCnt="2">
        <dgm:presLayoutVars>
          <dgm:chMax val="1"/>
          <dgm:chPref val="1"/>
        </dgm:presLayoutVars>
      </dgm:prSet>
      <dgm:spPr/>
    </dgm:pt>
    <dgm:pt modelId="{575285D1-05F1-485D-832B-60D954466855}" type="pres">
      <dgm:prSet presAssocID="{45634E29-84D1-4BF7-8EC2-A4F5FCD0B432}" presName="sibTrans" presStyleCnt="0"/>
      <dgm:spPr/>
    </dgm:pt>
    <dgm:pt modelId="{8B32BA14-F63F-480C-A967-A0471B9D0E74}" type="pres">
      <dgm:prSet presAssocID="{A8C91799-B921-4D83-B125-F0FDC88DC9A4}" presName="compNode" presStyleCnt="0"/>
      <dgm:spPr/>
    </dgm:pt>
    <dgm:pt modelId="{61270A6E-95AC-4869-976B-07A70D3DFDBF}" type="pres">
      <dgm:prSet presAssocID="{A8C91799-B921-4D83-B125-F0FDC88DC9A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6D99C39-8E7A-43EF-8116-7C7AC46C4CD2}" type="pres">
      <dgm:prSet presAssocID="{A8C91799-B921-4D83-B125-F0FDC88DC9A4}" presName="spaceRect" presStyleCnt="0"/>
      <dgm:spPr/>
    </dgm:pt>
    <dgm:pt modelId="{91375CE3-CE14-4812-8549-8FF18C84D993}" type="pres">
      <dgm:prSet presAssocID="{A8C91799-B921-4D83-B125-F0FDC88DC9A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D34DC0A-02FF-4EB3-AF3A-8F5931329136}" type="presOf" srcId="{A8C91799-B921-4D83-B125-F0FDC88DC9A4}" destId="{91375CE3-CE14-4812-8549-8FF18C84D993}" srcOrd="0" destOrd="0" presId="urn:microsoft.com/office/officeart/2018/2/layout/IconLabelList"/>
    <dgm:cxn modelId="{BD09EA39-AF32-4D94-BBB8-19004A32AEFD}" srcId="{1B476A1F-310D-4184-9B89-8E881CBB2533}" destId="{A8C91799-B921-4D83-B125-F0FDC88DC9A4}" srcOrd="1" destOrd="0" parTransId="{DB616873-BB89-4673-A910-28FB7ABEA821}" sibTransId="{9A330724-4C2B-4D9C-9B15-577FC6AC4538}"/>
    <dgm:cxn modelId="{C787C579-7592-4B7C-ABED-ADBA2C16C822}" type="presOf" srcId="{1B476A1F-310D-4184-9B89-8E881CBB2533}" destId="{96352A20-119C-407D-833A-7CB85C179B1F}" srcOrd="0" destOrd="0" presId="urn:microsoft.com/office/officeart/2018/2/layout/IconLabelList"/>
    <dgm:cxn modelId="{87A5C287-7856-46BD-840B-80A80581360C}" type="presOf" srcId="{A1FB7F67-53A0-4DE8-BF86-800A68A87EBF}" destId="{EAB29E06-D3A9-474C-8EBB-970BCA20EE6A}" srcOrd="0" destOrd="0" presId="urn:microsoft.com/office/officeart/2018/2/layout/IconLabelList"/>
    <dgm:cxn modelId="{256C70E7-1717-4B97-BECC-199CCE1C4AFD}" srcId="{1B476A1F-310D-4184-9B89-8E881CBB2533}" destId="{A1FB7F67-53A0-4DE8-BF86-800A68A87EBF}" srcOrd="0" destOrd="0" parTransId="{4940D88D-17FA-4B3A-BF80-FCB2D5262A5F}" sibTransId="{45634E29-84D1-4BF7-8EC2-A4F5FCD0B432}"/>
    <dgm:cxn modelId="{FF55C220-4D9A-4C22-9820-A8B277ACF71C}" type="presParOf" srcId="{96352A20-119C-407D-833A-7CB85C179B1F}" destId="{193ECB15-40CA-4D44-B757-374BEA7C505C}" srcOrd="0" destOrd="0" presId="urn:microsoft.com/office/officeart/2018/2/layout/IconLabelList"/>
    <dgm:cxn modelId="{0EC89DB0-6658-46FD-9154-D6414BF2D608}" type="presParOf" srcId="{193ECB15-40CA-4D44-B757-374BEA7C505C}" destId="{6F4BDBE4-A214-4F1E-80F5-EE408FDC0788}" srcOrd="0" destOrd="0" presId="urn:microsoft.com/office/officeart/2018/2/layout/IconLabelList"/>
    <dgm:cxn modelId="{2659164F-E7B8-4EAB-BD5D-902E6CE6F752}" type="presParOf" srcId="{193ECB15-40CA-4D44-B757-374BEA7C505C}" destId="{BE13951F-45BF-4B6B-879A-E394D0F1C9F5}" srcOrd="1" destOrd="0" presId="urn:microsoft.com/office/officeart/2018/2/layout/IconLabelList"/>
    <dgm:cxn modelId="{B2985DED-1D26-460C-9BAD-108A1ABDE5DA}" type="presParOf" srcId="{193ECB15-40CA-4D44-B757-374BEA7C505C}" destId="{EAB29E06-D3A9-474C-8EBB-970BCA20EE6A}" srcOrd="2" destOrd="0" presId="urn:microsoft.com/office/officeart/2018/2/layout/IconLabelList"/>
    <dgm:cxn modelId="{4475BCAB-3383-4D02-BDEE-5B6CC76BD4FF}" type="presParOf" srcId="{96352A20-119C-407D-833A-7CB85C179B1F}" destId="{575285D1-05F1-485D-832B-60D954466855}" srcOrd="1" destOrd="0" presId="urn:microsoft.com/office/officeart/2018/2/layout/IconLabelList"/>
    <dgm:cxn modelId="{F8618297-21CF-49B5-9596-4C3937E12E49}" type="presParOf" srcId="{96352A20-119C-407D-833A-7CB85C179B1F}" destId="{8B32BA14-F63F-480C-A967-A0471B9D0E74}" srcOrd="2" destOrd="0" presId="urn:microsoft.com/office/officeart/2018/2/layout/IconLabelList"/>
    <dgm:cxn modelId="{62F0E5E5-09CC-4F32-9385-35EDFFBC0652}" type="presParOf" srcId="{8B32BA14-F63F-480C-A967-A0471B9D0E74}" destId="{61270A6E-95AC-4869-976B-07A70D3DFDBF}" srcOrd="0" destOrd="0" presId="urn:microsoft.com/office/officeart/2018/2/layout/IconLabelList"/>
    <dgm:cxn modelId="{A6D2EF25-4BB1-461F-A9DC-AF186AC6F187}" type="presParOf" srcId="{8B32BA14-F63F-480C-A967-A0471B9D0E74}" destId="{E6D99C39-8E7A-43EF-8116-7C7AC46C4CD2}" srcOrd="1" destOrd="0" presId="urn:microsoft.com/office/officeart/2018/2/layout/IconLabelList"/>
    <dgm:cxn modelId="{A850B3B9-EDFF-48A3-917D-9885E16716E9}" type="presParOf" srcId="{8B32BA14-F63F-480C-A967-A0471B9D0E74}" destId="{91375CE3-CE14-4812-8549-8FF18C84D99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14466C-06D6-41C4-8B4E-D4D7B091ADAB}" type="doc">
      <dgm:prSet loTypeId="urn:microsoft.com/office/officeart/2005/8/layout/vList2" loCatId="list" qsTypeId="urn:microsoft.com/office/officeart/2005/8/quickstyle/3d5" qsCatId="3D" csTypeId="urn:microsoft.com/office/officeart/2005/8/colors/accent1_3" csCatId="accent1"/>
      <dgm:spPr/>
      <dgm:t>
        <a:bodyPr/>
        <a:lstStyle/>
        <a:p>
          <a:endParaRPr lang="en-US"/>
        </a:p>
      </dgm:t>
    </dgm:pt>
    <dgm:pt modelId="{0D94AF6B-CBE8-4C97-B021-C3299256FDDA}">
      <dgm:prSet/>
      <dgm:spPr/>
      <dgm:t>
        <a:bodyPr/>
        <a:lstStyle/>
        <a:p>
          <a:r>
            <a:rPr lang="en-IN"/>
            <a:t>Nikhil Shah</a:t>
          </a:r>
          <a:endParaRPr lang="en-US"/>
        </a:p>
      </dgm:t>
    </dgm:pt>
    <dgm:pt modelId="{0E6A3AC3-02DD-4A14-9D2B-23A0FF8B056A}" type="parTrans" cxnId="{B9FA0504-F762-4622-A10C-BD4F51845E83}">
      <dgm:prSet/>
      <dgm:spPr/>
      <dgm:t>
        <a:bodyPr/>
        <a:lstStyle/>
        <a:p>
          <a:endParaRPr lang="en-US"/>
        </a:p>
      </dgm:t>
    </dgm:pt>
    <dgm:pt modelId="{CB4DE406-EE44-4465-B70B-54EB9226DE8B}" type="sibTrans" cxnId="{B9FA0504-F762-4622-A10C-BD4F51845E83}">
      <dgm:prSet/>
      <dgm:spPr/>
      <dgm:t>
        <a:bodyPr/>
        <a:lstStyle/>
        <a:p>
          <a:endParaRPr lang="en-US"/>
        </a:p>
      </dgm:t>
    </dgm:pt>
    <dgm:pt modelId="{ACC7B527-8190-4743-874B-9326DDFFF7AF}">
      <dgm:prSet/>
      <dgm:spPr/>
      <dgm:t>
        <a:bodyPr/>
        <a:lstStyle/>
        <a:p>
          <a:r>
            <a:rPr lang="en-IN">
              <a:hlinkClick xmlns:r="http://schemas.openxmlformats.org/officeDocument/2006/relationships" r:id="rId1"/>
            </a:rPr>
            <a:t>nikhilshah.net@hotmail.com</a:t>
          </a:r>
          <a:endParaRPr lang="en-US"/>
        </a:p>
      </dgm:t>
    </dgm:pt>
    <dgm:pt modelId="{E0EB8D37-1C2E-4EE9-B02C-DAD38B6C7943}" type="parTrans" cxnId="{59370C8A-FCD7-442B-BB65-BA92F6204089}">
      <dgm:prSet/>
      <dgm:spPr/>
      <dgm:t>
        <a:bodyPr/>
        <a:lstStyle/>
        <a:p>
          <a:endParaRPr lang="en-US"/>
        </a:p>
      </dgm:t>
    </dgm:pt>
    <dgm:pt modelId="{BEFFC3C8-C027-489D-825A-16D831B8D548}" type="sibTrans" cxnId="{59370C8A-FCD7-442B-BB65-BA92F6204089}">
      <dgm:prSet/>
      <dgm:spPr/>
      <dgm:t>
        <a:bodyPr/>
        <a:lstStyle/>
        <a:p>
          <a:endParaRPr lang="en-US"/>
        </a:p>
      </dgm:t>
    </dgm:pt>
    <dgm:pt modelId="{46807DD9-F6BC-4BCA-B47C-7450FA0A5A95}">
      <dgm:prSet/>
      <dgm:spPr/>
      <dgm:t>
        <a:bodyPr/>
        <a:lstStyle/>
        <a:p>
          <a:r>
            <a:rPr lang="en-IN">
              <a:hlinkClick xmlns:r="http://schemas.openxmlformats.org/officeDocument/2006/relationships" r:id="rId2"/>
            </a:rPr>
            <a:t>http://www.nikhilshah.in</a:t>
          </a:r>
          <a:endParaRPr lang="en-US"/>
        </a:p>
      </dgm:t>
    </dgm:pt>
    <dgm:pt modelId="{E71E4578-4983-452E-B935-F49F8FFBFADB}" type="parTrans" cxnId="{52AEEEDA-125F-47A9-B391-E1ED823990B2}">
      <dgm:prSet/>
      <dgm:spPr/>
      <dgm:t>
        <a:bodyPr/>
        <a:lstStyle/>
        <a:p>
          <a:endParaRPr lang="en-US"/>
        </a:p>
      </dgm:t>
    </dgm:pt>
    <dgm:pt modelId="{ADE516B7-A753-47A8-A5CB-0DB4A4CC7A39}" type="sibTrans" cxnId="{52AEEEDA-125F-47A9-B391-E1ED823990B2}">
      <dgm:prSet/>
      <dgm:spPr/>
      <dgm:t>
        <a:bodyPr/>
        <a:lstStyle/>
        <a:p>
          <a:endParaRPr lang="en-US"/>
        </a:p>
      </dgm:t>
    </dgm:pt>
    <dgm:pt modelId="{3501FCE0-FE64-4D28-9F3C-04F4232CEC1D}" type="pres">
      <dgm:prSet presAssocID="{5814466C-06D6-41C4-8B4E-D4D7B091ADAB}" presName="linear" presStyleCnt="0">
        <dgm:presLayoutVars>
          <dgm:animLvl val="lvl"/>
          <dgm:resizeHandles val="exact"/>
        </dgm:presLayoutVars>
      </dgm:prSet>
      <dgm:spPr/>
    </dgm:pt>
    <dgm:pt modelId="{2014992B-A2EA-4046-B8B7-F5D3CEFDE60A}" type="pres">
      <dgm:prSet presAssocID="{0D94AF6B-CBE8-4C97-B021-C3299256FDD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93FC6ED-CD3A-401D-8191-291242381621}" type="pres">
      <dgm:prSet presAssocID="{CB4DE406-EE44-4465-B70B-54EB9226DE8B}" presName="spacer" presStyleCnt="0"/>
      <dgm:spPr/>
    </dgm:pt>
    <dgm:pt modelId="{03C698D1-49ED-48D7-911A-B7FC5CA4B949}" type="pres">
      <dgm:prSet presAssocID="{ACC7B527-8190-4743-874B-9326DDFFF7A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CE3986B-BCE3-4B9E-AB31-EB2DEF767124}" type="pres">
      <dgm:prSet presAssocID="{BEFFC3C8-C027-489D-825A-16D831B8D548}" presName="spacer" presStyleCnt="0"/>
      <dgm:spPr/>
    </dgm:pt>
    <dgm:pt modelId="{D3EFF95D-765F-4F8C-B44A-F2E9480AFD70}" type="pres">
      <dgm:prSet presAssocID="{46807DD9-F6BC-4BCA-B47C-7450FA0A5A9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9FA0504-F762-4622-A10C-BD4F51845E83}" srcId="{5814466C-06D6-41C4-8B4E-D4D7B091ADAB}" destId="{0D94AF6B-CBE8-4C97-B021-C3299256FDDA}" srcOrd="0" destOrd="0" parTransId="{0E6A3AC3-02DD-4A14-9D2B-23A0FF8B056A}" sibTransId="{CB4DE406-EE44-4465-B70B-54EB9226DE8B}"/>
    <dgm:cxn modelId="{1F40832A-B437-4468-A273-8ADAC7B7EAAD}" type="presOf" srcId="{46807DD9-F6BC-4BCA-B47C-7450FA0A5A95}" destId="{D3EFF95D-765F-4F8C-B44A-F2E9480AFD70}" srcOrd="0" destOrd="0" presId="urn:microsoft.com/office/officeart/2005/8/layout/vList2"/>
    <dgm:cxn modelId="{2DB8EE71-8AA5-4852-B5BB-AAEE7029D051}" type="presOf" srcId="{0D94AF6B-CBE8-4C97-B021-C3299256FDDA}" destId="{2014992B-A2EA-4046-B8B7-F5D3CEFDE60A}" srcOrd="0" destOrd="0" presId="urn:microsoft.com/office/officeart/2005/8/layout/vList2"/>
    <dgm:cxn modelId="{59370C8A-FCD7-442B-BB65-BA92F6204089}" srcId="{5814466C-06D6-41C4-8B4E-D4D7B091ADAB}" destId="{ACC7B527-8190-4743-874B-9326DDFFF7AF}" srcOrd="1" destOrd="0" parTransId="{E0EB8D37-1C2E-4EE9-B02C-DAD38B6C7943}" sibTransId="{BEFFC3C8-C027-489D-825A-16D831B8D548}"/>
    <dgm:cxn modelId="{62F140B1-081A-4E68-AD35-D8AB2137ECF9}" type="presOf" srcId="{ACC7B527-8190-4743-874B-9326DDFFF7AF}" destId="{03C698D1-49ED-48D7-911A-B7FC5CA4B949}" srcOrd="0" destOrd="0" presId="urn:microsoft.com/office/officeart/2005/8/layout/vList2"/>
    <dgm:cxn modelId="{3C4399C8-8BFA-406F-9CFF-A68580FF648C}" type="presOf" srcId="{5814466C-06D6-41C4-8B4E-D4D7B091ADAB}" destId="{3501FCE0-FE64-4D28-9F3C-04F4232CEC1D}" srcOrd="0" destOrd="0" presId="urn:microsoft.com/office/officeart/2005/8/layout/vList2"/>
    <dgm:cxn modelId="{52AEEEDA-125F-47A9-B391-E1ED823990B2}" srcId="{5814466C-06D6-41C4-8B4E-D4D7B091ADAB}" destId="{46807DD9-F6BC-4BCA-B47C-7450FA0A5A95}" srcOrd="2" destOrd="0" parTransId="{E71E4578-4983-452E-B935-F49F8FFBFADB}" sibTransId="{ADE516B7-A753-47A8-A5CB-0DB4A4CC7A39}"/>
    <dgm:cxn modelId="{C8B85EA4-1C44-426C-880D-F4C2D2A07224}" type="presParOf" srcId="{3501FCE0-FE64-4D28-9F3C-04F4232CEC1D}" destId="{2014992B-A2EA-4046-B8B7-F5D3CEFDE60A}" srcOrd="0" destOrd="0" presId="urn:microsoft.com/office/officeart/2005/8/layout/vList2"/>
    <dgm:cxn modelId="{0CCE16D6-78C3-46E6-8D3D-D6DECF248F8A}" type="presParOf" srcId="{3501FCE0-FE64-4D28-9F3C-04F4232CEC1D}" destId="{593FC6ED-CD3A-401D-8191-291242381621}" srcOrd="1" destOrd="0" presId="urn:microsoft.com/office/officeart/2005/8/layout/vList2"/>
    <dgm:cxn modelId="{E0DDCF82-917F-4EA4-B20E-5DE577FCD3A0}" type="presParOf" srcId="{3501FCE0-FE64-4D28-9F3C-04F4232CEC1D}" destId="{03C698D1-49ED-48D7-911A-B7FC5CA4B949}" srcOrd="2" destOrd="0" presId="urn:microsoft.com/office/officeart/2005/8/layout/vList2"/>
    <dgm:cxn modelId="{A3698FC1-5F68-4543-A64B-3415BB579D47}" type="presParOf" srcId="{3501FCE0-FE64-4D28-9F3C-04F4232CEC1D}" destId="{ACE3986B-BCE3-4B9E-AB31-EB2DEF767124}" srcOrd="3" destOrd="0" presId="urn:microsoft.com/office/officeart/2005/8/layout/vList2"/>
    <dgm:cxn modelId="{9A786FBB-636C-4A19-A68E-6F039130A94A}" type="presParOf" srcId="{3501FCE0-FE64-4D28-9F3C-04F4232CEC1D}" destId="{D3EFF95D-765F-4F8C-B44A-F2E9480AFD7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4BDBE4-A214-4F1E-80F5-EE408FDC0788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B29E06-D3A9-474C-8EBB-970BCA20EE6A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• Core Concepts</a:t>
          </a:r>
        </a:p>
      </dsp:txBody>
      <dsp:txXfrm>
        <a:off x="85060" y="2776702"/>
        <a:ext cx="3690000" cy="720000"/>
      </dsp:txXfrm>
    </dsp:sp>
    <dsp:sp modelId="{61270A6E-95AC-4869-976B-07A70D3DFDBF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75CE3-CE14-4812-8549-8FF18C84D993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• Storage Solutions</a:t>
          </a:r>
        </a:p>
      </dsp:txBody>
      <dsp:txXfrm>
        <a:off x="4420810" y="2776702"/>
        <a:ext cx="369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14992B-A2EA-4046-B8B7-F5D3CEFDE60A}">
      <dsp:nvSpPr>
        <dsp:cNvPr id="0" name=""/>
        <dsp:cNvSpPr/>
      </dsp:nvSpPr>
      <dsp:spPr>
        <a:xfrm>
          <a:off x="0" y="1522377"/>
          <a:ext cx="5000124" cy="743535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Nikhil Shah</a:t>
          </a:r>
          <a:endParaRPr lang="en-US" sz="3100" kern="1200"/>
        </a:p>
      </dsp:txBody>
      <dsp:txXfrm>
        <a:off x="36296" y="1558673"/>
        <a:ext cx="4927532" cy="670943"/>
      </dsp:txXfrm>
    </dsp:sp>
    <dsp:sp modelId="{03C698D1-49ED-48D7-911A-B7FC5CA4B949}">
      <dsp:nvSpPr>
        <dsp:cNvPr id="0" name=""/>
        <dsp:cNvSpPr/>
      </dsp:nvSpPr>
      <dsp:spPr>
        <a:xfrm>
          <a:off x="0" y="2355192"/>
          <a:ext cx="5000124" cy="743535"/>
        </a:xfrm>
        <a:prstGeom prst="roundRect">
          <a:avLst/>
        </a:prstGeom>
        <a:solidFill>
          <a:schemeClr val="accent1">
            <a:shade val="80000"/>
            <a:hueOff val="153123"/>
            <a:satOff val="-2196"/>
            <a:lumOff val="12807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>
              <a:hlinkClick xmlns:r="http://schemas.openxmlformats.org/officeDocument/2006/relationships" r:id="rId1"/>
            </a:rPr>
            <a:t>nikhilshah.net@hotmail.com</a:t>
          </a:r>
          <a:endParaRPr lang="en-US" sz="3100" kern="1200"/>
        </a:p>
      </dsp:txBody>
      <dsp:txXfrm>
        <a:off x="36296" y="2391488"/>
        <a:ext cx="4927532" cy="670943"/>
      </dsp:txXfrm>
    </dsp:sp>
    <dsp:sp modelId="{D3EFF95D-765F-4F8C-B44A-F2E9480AFD70}">
      <dsp:nvSpPr>
        <dsp:cNvPr id="0" name=""/>
        <dsp:cNvSpPr/>
      </dsp:nvSpPr>
      <dsp:spPr>
        <a:xfrm>
          <a:off x="0" y="3188007"/>
          <a:ext cx="5000124" cy="743535"/>
        </a:xfrm>
        <a:prstGeom prst="roundRect">
          <a:avLst/>
        </a:prstGeom>
        <a:solidFill>
          <a:schemeClr val="accent1">
            <a:shade val="80000"/>
            <a:hueOff val="306246"/>
            <a:satOff val="-4392"/>
            <a:lumOff val="25615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>
              <a:hlinkClick xmlns:r="http://schemas.openxmlformats.org/officeDocument/2006/relationships" r:id="rId2"/>
            </a:rPr>
            <a:t>http://www.nikhilshah.in</a:t>
          </a:r>
          <a:endParaRPr lang="en-US" sz="3100" kern="1200"/>
        </a:p>
      </dsp:txBody>
      <dsp:txXfrm>
        <a:off x="36296" y="3224303"/>
        <a:ext cx="4927532" cy="6709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IN" sz="4200">
                <a:solidFill>
                  <a:srgbClr val="FFFFFF"/>
                </a:solidFill>
              </a:rPr>
              <a:t>Module 3: SQL Server I/O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t>Understanding SQL Server I/O Concepts and Storage Performance</a:t>
            </a:r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Module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This module covers core I/O concepts, Storage Area Networks, and performance testing. It focuses on SQL Server I/O operations and how to test and optimize storage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Lessons Covered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74CFE6-E809-E624-EDA5-BD889F7616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128060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IN" sz="1700" dirty="0"/>
              <a:t>Understand fundamental Input/Output operations and their impact on SQL Server performance.</a:t>
            </a:r>
          </a:p>
          <a:p>
            <a:endParaRPr lang="en-IN" sz="1700" dirty="0"/>
          </a:p>
          <a:p>
            <a:r>
              <a:rPr lang="en-IN" sz="1700" dirty="0"/>
              <a:t>Topics include:</a:t>
            </a:r>
          </a:p>
          <a:p>
            <a:r>
              <a:rPr lang="en-IN" sz="1700" dirty="0"/>
              <a:t>Disk I/O architecture</a:t>
            </a:r>
          </a:p>
          <a:p>
            <a:r>
              <a:rPr lang="en-IN" sz="1700" dirty="0"/>
              <a:t>Read/Write patterns in SQL Server</a:t>
            </a:r>
          </a:p>
          <a:p>
            <a:r>
              <a:rPr lang="en-IN" sz="1700" dirty="0"/>
              <a:t>Sequential vs Random I/O</a:t>
            </a:r>
          </a:p>
          <a:p>
            <a:r>
              <a:rPr lang="en-IN" sz="1700" dirty="0"/>
              <a:t>Throughput, latency, and IOPS</a:t>
            </a:r>
          </a:p>
          <a:p>
            <a:r>
              <a:rPr lang="en-IN" sz="1700" dirty="0"/>
              <a:t>Tools for measuring I/O performance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Storage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IN" sz="1700" dirty="0"/>
              <a:t>Learn about different storage architectures and how they affect SQL Server performance.</a:t>
            </a:r>
          </a:p>
          <a:p>
            <a:endParaRPr lang="en-IN" sz="1700" dirty="0"/>
          </a:p>
          <a:p>
            <a:r>
              <a:rPr lang="en-IN" sz="1700" dirty="0"/>
              <a:t>Topics include:</a:t>
            </a:r>
          </a:p>
          <a:p>
            <a:r>
              <a:rPr lang="en-IN" sz="1700" dirty="0"/>
              <a:t>Direct-Attached Storage (DAS)</a:t>
            </a:r>
          </a:p>
          <a:p>
            <a:r>
              <a:rPr lang="en-IN" sz="1700" dirty="0"/>
              <a:t>Network-Attached Storage (NAS)</a:t>
            </a:r>
          </a:p>
          <a:p>
            <a:r>
              <a:rPr lang="en-IN" sz="1700" dirty="0"/>
              <a:t>Storage Area Networks (SAN)</a:t>
            </a:r>
          </a:p>
          <a:p>
            <a:r>
              <a:rPr lang="en-IN" sz="1700" dirty="0"/>
              <a:t>SSDs and </a:t>
            </a:r>
            <a:r>
              <a:rPr lang="en-IN" sz="1700" dirty="0" err="1"/>
              <a:t>NVMe</a:t>
            </a:r>
            <a:r>
              <a:rPr lang="en-IN" sz="1700" dirty="0"/>
              <a:t> drives</a:t>
            </a:r>
          </a:p>
          <a:p>
            <a:r>
              <a:rPr lang="en-IN" sz="1700" dirty="0"/>
              <a:t>Configuring storage for high-performance SQL Server environments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Lab Exercise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sz="1700"/>
              <a:t>Demonstration of SQL Server I/O performance testing using built-in tools and utilities:</a:t>
            </a:r>
          </a:p>
          <a:p>
            <a:r>
              <a:rPr sz="1700"/>
              <a:t>Using SQLIO / DiskSpd for I/O benchmarking</a:t>
            </a:r>
          </a:p>
          <a:p>
            <a:r>
              <a:rPr sz="1700"/>
              <a:t>Analyzing storage latency and throughput</a:t>
            </a:r>
          </a:p>
          <a:p>
            <a:r>
              <a:rPr sz="1700"/>
              <a:t>Optimizing SQL Server data and log file placement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5244E0-0831-BC52-F3F2-DCAE918C6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Thank you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CEEC3C-CCE5-0B1C-F3BF-3144E35AB39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4241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215</Words>
  <Application>Microsoft Office PowerPoint</Application>
  <PresentationFormat>On-screen Show (4:3)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Module 3: SQL Server I/O</vt:lpstr>
      <vt:lpstr>Module Overview</vt:lpstr>
      <vt:lpstr>Lessons Covered</vt:lpstr>
      <vt:lpstr>Core Concepts</vt:lpstr>
      <vt:lpstr>Storage Solutions</vt:lpstr>
      <vt:lpstr>Lab Exercise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Nikhil Shah</cp:lastModifiedBy>
  <cp:revision>3</cp:revision>
  <dcterms:created xsi:type="dcterms:W3CDTF">2013-01-27T09:14:16Z</dcterms:created>
  <dcterms:modified xsi:type="dcterms:W3CDTF">2025-11-03T03:26:34Z</dcterms:modified>
  <cp:category/>
</cp:coreProperties>
</file>